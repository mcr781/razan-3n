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
  </p:notesMasterIdLst>
  <p:sldIdLst>
    <p:sldId id="271" r:id="rId2"/>
    <p:sldId id="273" r:id="rId3"/>
    <p:sldId id="274" r:id="rId4"/>
    <p:sldId id="275" r:id="rId5"/>
    <p:sldId id="276" r:id="rId6"/>
    <p:sldId id="277"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CF3BDD-1DC2-337E-60EE-C2DA7263EB94}" name="RAZAN103" initials="R" userId="RAZAN103"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8178"/>
    <a:srgbClr val="36867B"/>
    <a:srgbClr val="A1A1A1"/>
    <a:srgbClr val="7F99AD"/>
    <a:srgbClr val="97AABA"/>
    <a:srgbClr val="2D796F"/>
    <a:srgbClr val="1A8C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78" autoAdjust="0"/>
  </p:normalViewPr>
  <p:slideViewPr>
    <p:cSldViewPr snapToGrid="0">
      <p:cViewPr varScale="1">
        <p:scale>
          <a:sx n="73" d="100"/>
          <a:sy n="73" d="100"/>
        </p:scale>
        <p:origin x="95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0252DA-875B-427C-A963-A6694A6903D7}" type="datetimeFigureOut">
              <a:rPr lang="en-US" smtClean="0"/>
              <a:t>4/15/2026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D649E6-0767-4C73-8EBC-05E8D4E1157F}" type="slidenum">
              <a:rPr lang="en-US" smtClean="0"/>
              <a:t>‹#›</a:t>
            </a:fld>
            <a:endParaRPr lang="en-US" dirty="0"/>
          </a:p>
        </p:txBody>
      </p:sp>
    </p:spTree>
    <p:extLst>
      <p:ext uri="{BB962C8B-B14F-4D97-AF65-F5344CB8AC3E}">
        <p14:creationId xmlns:p14="http://schemas.microsoft.com/office/powerpoint/2010/main" val="3489147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D649E6-0767-4C73-8EBC-05E8D4E1157F}" type="slidenum">
              <a:rPr lang="en-US" smtClean="0"/>
              <a:t>1</a:t>
            </a:fld>
            <a:endParaRPr lang="en-US" dirty="0"/>
          </a:p>
        </p:txBody>
      </p:sp>
    </p:spTree>
    <p:extLst>
      <p:ext uri="{BB962C8B-B14F-4D97-AF65-F5344CB8AC3E}">
        <p14:creationId xmlns:p14="http://schemas.microsoft.com/office/powerpoint/2010/main" val="2031964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D649E6-0767-4C73-8EBC-05E8D4E1157F}" type="slidenum">
              <a:rPr lang="en-US" smtClean="0"/>
              <a:t>2</a:t>
            </a:fld>
            <a:endParaRPr lang="en-US" dirty="0"/>
          </a:p>
        </p:txBody>
      </p:sp>
    </p:spTree>
    <p:extLst>
      <p:ext uri="{BB962C8B-B14F-4D97-AF65-F5344CB8AC3E}">
        <p14:creationId xmlns:p14="http://schemas.microsoft.com/office/powerpoint/2010/main" val="2145083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D649E6-0767-4C73-8EBC-05E8D4E1157F}" type="slidenum">
              <a:rPr lang="en-US" smtClean="0"/>
              <a:t>3</a:t>
            </a:fld>
            <a:endParaRPr lang="en-US" dirty="0"/>
          </a:p>
        </p:txBody>
      </p:sp>
    </p:spTree>
    <p:extLst>
      <p:ext uri="{BB962C8B-B14F-4D97-AF65-F5344CB8AC3E}">
        <p14:creationId xmlns:p14="http://schemas.microsoft.com/office/powerpoint/2010/main" val="1105721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D649E6-0767-4C73-8EBC-05E8D4E1157F}" type="slidenum">
              <a:rPr lang="en-US" smtClean="0"/>
              <a:t>4</a:t>
            </a:fld>
            <a:endParaRPr lang="en-US" dirty="0"/>
          </a:p>
        </p:txBody>
      </p:sp>
    </p:spTree>
    <p:extLst>
      <p:ext uri="{BB962C8B-B14F-4D97-AF65-F5344CB8AC3E}">
        <p14:creationId xmlns:p14="http://schemas.microsoft.com/office/powerpoint/2010/main" val="605110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D649E6-0767-4C73-8EBC-05E8D4E1157F}" type="slidenum">
              <a:rPr lang="en-US" smtClean="0"/>
              <a:t>5</a:t>
            </a:fld>
            <a:endParaRPr lang="en-US" dirty="0"/>
          </a:p>
        </p:txBody>
      </p:sp>
    </p:spTree>
    <p:extLst>
      <p:ext uri="{BB962C8B-B14F-4D97-AF65-F5344CB8AC3E}">
        <p14:creationId xmlns:p14="http://schemas.microsoft.com/office/powerpoint/2010/main" val="3653568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D649E6-0767-4C73-8EBC-05E8D4E1157F}" type="slidenum">
              <a:rPr lang="en-US" smtClean="0"/>
              <a:t>6</a:t>
            </a:fld>
            <a:endParaRPr lang="en-US" dirty="0"/>
          </a:p>
        </p:txBody>
      </p:sp>
    </p:spTree>
    <p:extLst>
      <p:ext uri="{BB962C8B-B14F-4D97-AF65-F5344CB8AC3E}">
        <p14:creationId xmlns:p14="http://schemas.microsoft.com/office/powerpoint/2010/main" val="2730147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691971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3593469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2050521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44248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2571842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1696051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3263354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2295091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1971047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398634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A9D70C-E48E-4F92-BB26-84DDA79767E0}" type="datetimeFigureOut">
              <a:rPr lang="en-US" smtClean="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52D69D-E69A-4FFC-9DE0-A443AEB53E6A}" type="slidenum">
              <a:rPr lang="en-US" smtClean="0"/>
              <a:t>‹#›</a:t>
            </a:fld>
            <a:endParaRPr lang="en-US" dirty="0"/>
          </a:p>
        </p:txBody>
      </p:sp>
    </p:spTree>
    <p:extLst>
      <p:ext uri="{BB962C8B-B14F-4D97-AF65-F5344CB8AC3E}">
        <p14:creationId xmlns:p14="http://schemas.microsoft.com/office/powerpoint/2010/main" val="3877463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3000" b="-1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A9D70C-E48E-4F92-BB26-84DDA79767E0}" type="datetimeFigureOut">
              <a:rPr lang="en-US" smtClean="0"/>
              <a:t>4/15/2026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52D69D-E69A-4FFC-9DE0-A443AEB53E6A}" type="slidenum">
              <a:rPr lang="en-US" smtClean="0"/>
              <a:t>‹#›</a:t>
            </a:fld>
            <a:endParaRPr lang="en-US" dirty="0"/>
          </a:p>
        </p:txBody>
      </p:sp>
    </p:spTree>
    <p:extLst>
      <p:ext uri="{BB962C8B-B14F-4D97-AF65-F5344CB8AC3E}">
        <p14:creationId xmlns:p14="http://schemas.microsoft.com/office/powerpoint/2010/main" val="16108327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3000" b="-13000"/>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5F6430-E7B0-2C07-5F21-1BEEA27817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07905" y="1257648"/>
            <a:ext cx="3797816" cy="3843536"/>
          </a:xfrm>
          <a:prstGeom prst="rect">
            <a:avLst/>
          </a:prstGeom>
        </p:spPr>
      </p:pic>
    </p:spTree>
    <p:extLst>
      <p:ext uri="{BB962C8B-B14F-4D97-AF65-F5344CB8AC3E}">
        <p14:creationId xmlns:p14="http://schemas.microsoft.com/office/powerpoint/2010/main" val="49032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4635CE-FDD4-A72F-6A0D-BC580D6040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979" y="804870"/>
            <a:ext cx="1420013" cy="1437108"/>
          </a:xfrm>
          <a:prstGeom prst="rect">
            <a:avLst/>
          </a:prstGeom>
        </p:spPr>
      </p:pic>
      <p:cxnSp>
        <p:nvCxnSpPr>
          <p:cNvPr id="10" name="Straight Connector 9">
            <a:extLst>
              <a:ext uri="{FF2B5EF4-FFF2-40B4-BE49-F238E27FC236}">
                <a16:creationId xmlns:a16="http://schemas.microsoft.com/office/drawing/2014/main" id="{8A449E86-BF23-FDFB-992A-A6BF4B633600}"/>
              </a:ext>
            </a:extLst>
          </p:cNvPr>
          <p:cNvCxnSpPr>
            <a:cxnSpLocks/>
          </p:cNvCxnSpPr>
          <p:nvPr/>
        </p:nvCxnSpPr>
        <p:spPr>
          <a:xfrm>
            <a:off x="2151513" y="668239"/>
            <a:ext cx="0" cy="5884965"/>
          </a:xfrm>
          <a:prstGeom prst="line">
            <a:avLst/>
          </a:prstGeom>
          <a:ln>
            <a:solidFill>
              <a:srgbClr val="36867B"/>
            </a:solidFill>
          </a:ln>
        </p:spPr>
        <p:style>
          <a:lnRef idx="2">
            <a:schemeClr val="dk1"/>
          </a:lnRef>
          <a:fillRef idx="0">
            <a:schemeClr val="dk1"/>
          </a:fillRef>
          <a:effectRef idx="1">
            <a:schemeClr val="dk1"/>
          </a:effectRef>
          <a:fontRef idx="minor">
            <a:schemeClr val="tx1"/>
          </a:fontRef>
        </p:style>
      </p:cxnSp>
      <p:sp>
        <p:nvSpPr>
          <p:cNvPr id="7" name="Rectangle 6">
            <a:extLst>
              <a:ext uri="{FF2B5EF4-FFF2-40B4-BE49-F238E27FC236}">
                <a16:creationId xmlns:a16="http://schemas.microsoft.com/office/drawing/2014/main" id="{F4B402F8-6D2C-B60B-D3A0-7A9BB90C58CE}"/>
              </a:ext>
            </a:extLst>
          </p:cNvPr>
          <p:cNvSpPr/>
          <p:nvPr/>
        </p:nvSpPr>
        <p:spPr>
          <a:xfrm>
            <a:off x="1822522" y="6299512"/>
            <a:ext cx="717383" cy="294962"/>
          </a:xfrm>
          <a:prstGeom prst="rect">
            <a:avLst/>
          </a:prstGeom>
          <a:noFill/>
          <a:ln w="7620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a-IR" sz="1050" dirty="0">
                <a:solidFill>
                  <a:schemeClr val="tx1"/>
                </a:solidFill>
                <a:latin typeface="Sahel" panose="020B0603030804020204" pitchFamily="34" charset="-78"/>
                <a:cs typeface="Sahel" panose="020B0603030804020204" pitchFamily="34" charset="-78"/>
              </a:rPr>
              <a:t>فا</a:t>
            </a:r>
            <a:r>
              <a:rPr lang="en-US" sz="1050" dirty="0">
                <a:solidFill>
                  <a:schemeClr val="tx1"/>
                </a:solidFill>
              </a:rPr>
              <a:t> </a:t>
            </a:r>
            <a:r>
              <a:rPr lang="fa-IR" sz="1050" dirty="0">
                <a:solidFill>
                  <a:schemeClr val="tx1"/>
                </a:solidFill>
              </a:rPr>
              <a:t>  </a:t>
            </a:r>
            <a:r>
              <a:rPr lang="en-US" sz="1125" dirty="0">
                <a:solidFill>
                  <a:schemeClr val="tx1"/>
                </a:solidFill>
                <a:latin typeface="AvantGarde"/>
              </a:rPr>
              <a:t>En</a:t>
            </a:r>
          </a:p>
        </p:txBody>
      </p:sp>
      <p:sp>
        <p:nvSpPr>
          <p:cNvPr id="11" name="TextBox 10">
            <a:extLst>
              <a:ext uri="{FF2B5EF4-FFF2-40B4-BE49-F238E27FC236}">
                <a16:creationId xmlns:a16="http://schemas.microsoft.com/office/drawing/2014/main" id="{4FDC59C1-2699-FE0F-C87E-9281375519BC}"/>
              </a:ext>
            </a:extLst>
          </p:cNvPr>
          <p:cNvSpPr txBox="1"/>
          <p:nvPr/>
        </p:nvSpPr>
        <p:spPr>
          <a:xfrm>
            <a:off x="1682504" y="362037"/>
            <a:ext cx="929620" cy="338554"/>
          </a:xfrm>
          <a:prstGeom prst="rect">
            <a:avLst/>
          </a:prstGeom>
          <a:noFill/>
        </p:spPr>
        <p:txBody>
          <a:bodyPr wrap="square" rtlCol="0">
            <a:spAutoFit/>
          </a:bodyPr>
          <a:lstStyle/>
          <a:p>
            <a:pPr algn="ctr"/>
            <a:r>
              <a:rPr lang="en-US" sz="1600" b="1" dirty="0">
                <a:latin typeface="AvantGarde"/>
              </a:rPr>
              <a:t>RA</a:t>
            </a:r>
            <a:r>
              <a:rPr lang="en-US" sz="1600" b="1" dirty="0">
                <a:solidFill>
                  <a:srgbClr val="1A8C85"/>
                </a:solidFill>
                <a:latin typeface="AvantGarde"/>
              </a:rPr>
              <a:t>Z</a:t>
            </a:r>
            <a:r>
              <a:rPr lang="en-US" sz="1600" b="1" dirty="0">
                <a:latin typeface="AvantGarde"/>
              </a:rPr>
              <a:t>AN</a:t>
            </a:r>
          </a:p>
        </p:txBody>
      </p:sp>
      <p:sp>
        <p:nvSpPr>
          <p:cNvPr id="26" name="TextBox 25">
            <a:extLst>
              <a:ext uri="{FF2B5EF4-FFF2-40B4-BE49-F238E27FC236}">
                <a16:creationId xmlns:a16="http://schemas.microsoft.com/office/drawing/2014/main" id="{BA8EF62F-6E8B-A250-ED4A-0CAED0F03E9A}"/>
              </a:ext>
            </a:extLst>
          </p:cNvPr>
          <p:cNvSpPr txBox="1"/>
          <p:nvPr/>
        </p:nvSpPr>
        <p:spPr>
          <a:xfrm>
            <a:off x="2163228" y="3001195"/>
            <a:ext cx="1123410" cy="2308324"/>
          </a:xfrm>
          <a:prstGeom prst="rect">
            <a:avLst/>
          </a:prstGeom>
          <a:noFill/>
        </p:spPr>
        <p:txBody>
          <a:bodyPr wrap="square" rtlCol="0">
            <a:spAutoFit/>
          </a:bodyPr>
          <a:lstStyle>
            <a:defPPr>
              <a:defRPr lang="en-US"/>
            </a:defPPr>
            <a:lvl1pPr>
              <a:defRPr b="1">
                <a:latin typeface="AvantGarde"/>
              </a:defRPr>
            </a:lvl1pPr>
          </a:lstStyle>
          <a:p>
            <a:r>
              <a:rPr lang="en-US" sz="1600" b="0" dirty="0"/>
              <a:t>HOME</a:t>
            </a:r>
          </a:p>
          <a:p>
            <a:endParaRPr lang="en-US" sz="1600" b="0" dirty="0"/>
          </a:p>
          <a:p>
            <a:r>
              <a:rPr lang="en-US" sz="1600" b="0" dirty="0">
                <a:solidFill>
                  <a:schemeClr val="bg1">
                    <a:lumMod val="75000"/>
                  </a:schemeClr>
                </a:solidFill>
              </a:rPr>
              <a:t>NEWS</a:t>
            </a:r>
          </a:p>
          <a:p>
            <a:endParaRPr lang="en-US" sz="1600" b="0" dirty="0">
              <a:solidFill>
                <a:schemeClr val="bg1">
                  <a:lumMod val="75000"/>
                </a:schemeClr>
              </a:solidFill>
            </a:endParaRPr>
          </a:p>
          <a:p>
            <a:r>
              <a:rPr lang="en-US" sz="1600" b="0" dirty="0">
                <a:solidFill>
                  <a:schemeClr val="bg1">
                    <a:lumMod val="75000"/>
                  </a:schemeClr>
                </a:solidFill>
              </a:rPr>
              <a:t>PROJECTS</a:t>
            </a:r>
          </a:p>
          <a:p>
            <a:endParaRPr lang="en-US" sz="1600" b="0" dirty="0">
              <a:solidFill>
                <a:schemeClr val="bg1">
                  <a:lumMod val="75000"/>
                </a:schemeClr>
              </a:solidFill>
            </a:endParaRPr>
          </a:p>
          <a:p>
            <a:r>
              <a:rPr lang="en-US" sz="1600" b="0" dirty="0">
                <a:solidFill>
                  <a:schemeClr val="bg1">
                    <a:lumMod val="75000"/>
                  </a:schemeClr>
                </a:solidFill>
              </a:rPr>
              <a:t>ABOUT</a:t>
            </a:r>
          </a:p>
          <a:p>
            <a:endParaRPr lang="en-US" sz="1600" b="0" dirty="0">
              <a:solidFill>
                <a:schemeClr val="bg1">
                  <a:lumMod val="75000"/>
                </a:schemeClr>
              </a:solidFill>
            </a:endParaRPr>
          </a:p>
          <a:p>
            <a:r>
              <a:rPr lang="en-US" sz="1600" b="0" dirty="0">
                <a:solidFill>
                  <a:schemeClr val="bg1">
                    <a:lumMod val="75000"/>
                  </a:schemeClr>
                </a:solidFill>
              </a:rPr>
              <a:t>CONTACT</a:t>
            </a:r>
          </a:p>
        </p:txBody>
      </p:sp>
      <p:grpSp>
        <p:nvGrpSpPr>
          <p:cNvPr id="5" name="Group 4">
            <a:extLst>
              <a:ext uri="{FF2B5EF4-FFF2-40B4-BE49-F238E27FC236}">
                <a16:creationId xmlns:a16="http://schemas.microsoft.com/office/drawing/2014/main" id="{F551CDC1-8B71-E410-BBAE-640F32AF46AA}"/>
              </a:ext>
            </a:extLst>
          </p:cNvPr>
          <p:cNvGrpSpPr>
            <a:grpSpLocks/>
          </p:cNvGrpSpPr>
          <p:nvPr/>
        </p:nvGrpSpPr>
        <p:grpSpPr>
          <a:xfrm>
            <a:off x="5098019" y="834428"/>
            <a:ext cx="5562781" cy="5091235"/>
            <a:chOff x="575638" y="2210662"/>
            <a:chExt cx="1484856" cy="1447276"/>
          </a:xfrm>
          <a:scene3d>
            <a:camera prst="orthographicFront"/>
            <a:lightRig rig="flat" dir="t"/>
          </a:scene3d>
        </p:grpSpPr>
        <p:sp>
          <p:nvSpPr>
            <p:cNvPr id="6" name="Rectangle: Rounded Corners 5">
              <a:extLst>
                <a:ext uri="{FF2B5EF4-FFF2-40B4-BE49-F238E27FC236}">
                  <a16:creationId xmlns:a16="http://schemas.microsoft.com/office/drawing/2014/main" id="{2ABA7717-A8C6-A2CB-DAC7-BE81A8717B08}"/>
                </a:ext>
              </a:extLst>
            </p:cNvPr>
            <p:cNvSpPr>
              <a:spLocks/>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9" name="Rectangle: Rounded Corners 4">
              <a:extLst>
                <a:ext uri="{FF2B5EF4-FFF2-40B4-BE49-F238E27FC236}">
                  <a16:creationId xmlns:a16="http://schemas.microsoft.com/office/drawing/2014/main" id="{B618D833-75E8-8260-B39D-5FB638CCF5DC}"/>
                </a:ext>
              </a:extLst>
            </p:cNvPr>
            <p:cNvSpPr txBox="1">
              <a:spLocks/>
            </p:cNvSpPr>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pic>
        <p:nvPicPr>
          <p:cNvPr id="3" name="Picture 2">
            <a:extLst>
              <a:ext uri="{FF2B5EF4-FFF2-40B4-BE49-F238E27FC236}">
                <a16:creationId xmlns:a16="http://schemas.microsoft.com/office/drawing/2014/main" id="{2A7DB934-F243-C514-8DCD-6F6C8297C9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7632" y="3009542"/>
            <a:ext cx="87242" cy="294962"/>
          </a:xfrm>
          <a:prstGeom prst="rect">
            <a:avLst/>
          </a:prstGeom>
        </p:spPr>
      </p:pic>
      <p:pic>
        <p:nvPicPr>
          <p:cNvPr id="13" name="Picture 12">
            <a:extLst>
              <a:ext uri="{FF2B5EF4-FFF2-40B4-BE49-F238E27FC236}">
                <a16:creationId xmlns:a16="http://schemas.microsoft.com/office/drawing/2014/main" id="{C4E04491-C7B7-F830-9ECC-CE54E7467E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9779" y="3985868"/>
            <a:ext cx="87242" cy="294962"/>
          </a:xfrm>
          <a:prstGeom prst="rect">
            <a:avLst/>
          </a:prstGeom>
        </p:spPr>
      </p:pic>
      <p:pic>
        <p:nvPicPr>
          <p:cNvPr id="15" name="Picture 14">
            <a:extLst>
              <a:ext uri="{FF2B5EF4-FFF2-40B4-BE49-F238E27FC236}">
                <a16:creationId xmlns:a16="http://schemas.microsoft.com/office/drawing/2014/main" id="{F7FE9B9F-1AFC-445B-C27E-8BFF8C635B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59745" y="4962194"/>
            <a:ext cx="159945" cy="294963"/>
          </a:xfrm>
          <a:prstGeom prst="rect">
            <a:avLst/>
          </a:prstGeom>
        </p:spPr>
      </p:pic>
      <p:pic>
        <p:nvPicPr>
          <p:cNvPr id="2" name="Picture 1">
            <a:extLst>
              <a:ext uri="{FF2B5EF4-FFF2-40B4-BE49-F238E27FC236}">
                <a16:creationId xmlns:a16="http://schemas.microsoft.com/office/drawing/2014/main" id="{A273AD81-3286-56C3-C183-5BC465F0F0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7632" y="3497705"/>
            <a:ext cx="87242" cy="294962"/>
          </a:xfrm>
          <a:prstGeom prst="rect">
            <a:avLst/>
          </a:prstGeom>
        </p:spPr>
      </p:pic>
      <p:pic>
        <p:nvPicPr>
          <p:cNvPr id="12" name="Picture 11">
            <a:extLst>
              <a:ext uri="{FF2B5EF4-FFF2-40B4-BE49-F238E27FC236}">
                <a16:creationId xmlns:a16="http://schemas.microsoft.com/office/drawing/2014/main" id="{EC1A7572-C3C1-352D-AEF7-2D91BC72A9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1808" y="4474031"/>
            <a:ext cx="87242" cy="294962"/>
          </a:xfrm>
          <a:prstGeom prst="rect">
            <a:avLst/>
          </a:prstGeom>
        </p:spPr>
      </p:pic>
    </p:spTree>
    <p:extLst>
      <p:ext uri="{BB962C8B-B14F-4D97-AF65-F5344CB8AC3E}">
        <p14:creationId xmlns:p14="http://schemas.microsoft.com/office/powerpoint/2010/main" val="2757220925"/>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0" presetClass="path" presetSubtype="0" accel="100000" fill="hold" nodeType="clickEffect" p14:presetBounceEnd="50000">
                                      <p:stCondLst>
                                        <p:cond delay="0"/>
                                      </p:stCondLst>
                                      <p:childTnLst>
                                        <p:animMotion origin="layout" path="M 0.39492 0.33657 L 0.19752 0.33657 C 0.10911 0.33657 1.45833E-6 0.24375 1.45833E-6 0.16828 L 1.45833E-6 2.96296E-6 " pathEditMode="relative" rAng="10800000" ptsTypes="AAAA" p14:bounceEnd="50000">
                                          <p:cBhvr>
                                            <p:cTn id="44" dur="2000" fill="hold"/>
                                            <p:tgtEl>
                                              <p:spTgt spid="4"/>
                                            </p:tgtEl>
                                            <p:attrNameLst>
                                              <p:attrName>ppt_x</p:attrName>
                                              <p:attrName>ppt_y</p:attrName>
                                            </p:attrNameLst>
                                          </p:cBhvr>
                                          <p:rCtr x="-19740" y="-1682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p:bldP spid="26" grpId="0"/>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0" presetClass="path" presetSubtype="0" accel="100000" fill="hold" nodeType="clickEffect">
                                      <p:stCondLst>
                                        <p:cond delay="0"/>
                                      </p:stCondLst>
                                      <p:childTnLst>
                                        <p:animMotion origin="layout" path="M 0.39492 0.33657 L 0.19752 0.33657 C 0.10911 0.33657 1.45833E-6 0.24375 1.45833E-6 0.16828 L 1.45833E-6 2.96296E-6 " pathEditMode="relative" rAng="10800000" ptsTypes="AAAA">
                                          <p:cBhvr>
                                            <p:cTn id="44" dur="2000" fill="hold"/>
                                            <p:tgtEl>
                                              <p:spTgt spid="4"/>
                                            </p:tgtEl>
                                            <p:attrNameLst>
                                              <p:attrName>ppt_x</p:attrName>
                                              <p:attrName>ppt_y</p:attrName>
                                            </p:attrNameLst>
                                          </p:cBhvr>
                                          <p:rCtr x="-19740" y="-1682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p:bldP spid="26"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551CDC1-8B71-E410-BBAE-640F32AF46AA}"/>
              </a:ext>
            </a:extLst>
          </p:cNvPr>
          <p:cNvGrpSpPr/>
          <p:nvPr/>
        </p:nvGrpSpPr>
        <p:grpSpPr>
          <a:xfrm>
            <a:off x="4959834" y="1358903"/>
            <a:ext cx="4851807" cy="342195"/>
            <a:chOff x="575638" y="2210662"/>
            <a:chExt cx="1484856" cy="1447276"/>
          </a:xfrm>
          <a:scene3d>
            <a:camera prst="orthographicFront"/>
            <a:lightRig rig="flat" dir="t"/>
          </a:scene3d>
        </p:grpSpPr>
        <p:sp>
          <p:nvSpPr>
            <p:cNvPr id="6" name="Rectangle: Rounded Corners 5">
              <a:extLst>
                <a:ext uri="{FF2B5EF4-FFF2-40B4-BE49-F238E27FC236}">
                  <a16:creationId xmlns:a16="http://schemas.microsoft.com/office/drawing/2014/main" id="{2ABA7717-A8C6-A2CB-DAC7-BE81A8717B08}"/>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9" name="Rectangle: Rounded Corners 4">
              <a:extLst>
                <a:ext uri="{FF2B5EF4-FFF2-40B4-BE49-F238E27FC236}">
                  <a16:creationId xmlns:a16="http://schemas.microsoft.com/office/drawing/2014/main" id="{B618D833-75E8-8260-B39D-5FB638CCF5DC}"/>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66" name="Group 65">
            <a:extLst>
              <a:ext uri="{FF2B5EF4-FFF2-40B4-BE49-F238E27FC236}">
                <a16:creationId xmlns:a16="http://schemas.microsoft.com/office/drawing/2014/main" id="{54990DA6-5F1A-7F18-1E0D-22C4D3B8F4BB}"/>
              </a:ext>
            </a:extLst>
          </p:cNvPr>
          <p:cNvGrpSpPr/>
          <p:nvPr/>
        </p:nvGrpSpPr>
        <p:grpSpPr>
          <a:xfrm>
            <a:off x="9942898" y="1366055"/>
            <a:ext cx="341815" cy="342196"/>
            <a:chOff x="575638" y="2210662"/>
            <a:chExt cx="1484856" cy="1447276"/>
          </a:xfrm>
          <a:scene3d>
            <a:camera prst="orthographicFront"/>
            <a:lightRig rig="flat" dir="t"/>
          </a:scene3d>
        </p:grpSpPr>
        <p:sp>
          <p:nvSpPr>
            <p:cNvPr id="67" name="Rectangle: Rounded Corners 66">
              <a:extLst>
                <a:ext uri="{FF2B5EF4-FFF2-40B4-BE49-F238E27FC236}">
                  <a16:creationId xmlns:a16="http://schemas.microsoft.com/office/drawing/2014/main" id="{435CEC59-6E31-A0E6-B5D2-FA4D7666698D}"/>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68" name="Rectangle: Rounded Corners 4">
              <a:extLst>
                <a:ext uri="{FF2B5EF4-FFF2-40B4-BE49-F238E27FC236}">
                  <a16:creationId xmlns:a16="http://schemas.microsoft.com/office/drawing/2014/main" id="{709AED0D-9AE6-CC4E-294A-B7362E241515}"/>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sp>
        <p:nvSpPr>
          <p:cNvPr id="17" name="TextBox 16">
            <a:extLst>
              <a:ext uri="{FF2B5EF4-FFF2-40B4-BE49-F238E27FC236}">
                <a16:creationId xmlns:a16="http://schemas.microsoft.com/office/drawing/2014/main" id="{6A2E7425-E00D-3A9B-A5FB-716382539B3C}"/>
              </a:ext>
            </a:extLst>
          </p:cNvPr>
          <p:cNvSpPr txBox="1"/>
          <p:nvPr/>
        </p:nvSpPr>
        <p:spPr>
          <a:xfrm>
            <a:off x="229215" y="2905215"/>
            <a:ext cx="929620" cy="2893100"/>
          </a:xfrm>
          <a:prstGeom prst="rect">
            <a:avLst/>
          </a:prstGeom>
          <a:noFill/>
        </p:spPr>
        <p:txBody>
          <a:bodyPr wrap="square" rtlCol="0">
            <a:spAutoFit/>
          </a:bodyPr>
          <a:lstStyle>
            <a:defPPr>
              <a:defRPr lang="en-US"/>
            </a:defPPr>
            <a:lvl1pPr>
              <a:defRPr b="1">
                <a:latin typeface="AvantGarde"/>
              </a:defRPr>
            </a:lvl1pPr>
          </a:lstStyle>
          <a:p>
            <a:r>
              <a:rPr lang="en-US" sz="1400" b="0" dirty="0"/>
              <a:t>2000</a:t>
            </a:r>
          </a:p>
          <a:p>
            <a:r>
              <a:rPr lang="en-US" sz="1400" b="0" dirty="0"/>
              <a:t>2001</a:t>
            </a:r>
          </a:p>
          <a:p>
            <a:r>
              <a:rPr lang="en-US" sz="1400" b="0" dirty="0"/>
              <a:t>2002</a:t>
            </a:r>
          </a:p>
          <a:p>
            <a:r>
              <a:rPr lang="en-US" sz="1400" b="0" dirty="0"/>
              <a:t>2003</a:t>
            </a:r>
          </a:p>
          <a:p>
            <a:r>
              <a:rPr lang="en-US" sz="1400" b="0" dirty="0"/>
              <a:t>2004</a:t>
            </a:r>
          </a:p>
          <a:p>
            <a:r>
              <a:rPr lang="en-US" sz="1400" b="0" dirty="0"/>
              <a:t>2005</a:t>
            </a:r>
          </a:p>
          <a:p>
            <a:r>
              <a:rPr lang="en-US" sz="1400" b="0" dirty="0"/>
              <a:t>2006</a:t>
            </a:r>
          </a:p>
          <a:p>
            <a:r>
              <a:rPr lang="en-US" sz="1400" b="0" dirty="0"/>
              <a:t>2007</a:t>
            </a:r>
          </a:p>
          <a:p>
            <a:r>
              <a:rPr lang="en-US" sz="1400" b="0" dirty="0"/>
              <a:t>.</a:t>
            </a:r>
          </a:p>
          <a:p>
            <a:r>
              <a:rPr lang="en-US" sz="1400" b="0" dirty="0"/>
              <a:t>.</a:t>
            </a:r>
          </a:p>
          <a:p>
            <a:r>
              <a:rPr lang="en-US" sz="1400" b="0" dirty="0"/>
              <a:t>.</a:t>
            </a:r>
          </a:p>
          <a:p>
            <a:r>
              <a:rPr lang="en-US" sz="1400" b="0" dirty="0"/>
              <a:t>2026</a:t>
            </a:r>
          </a:p>
          <a:p>
            <a:endParaRPr lang="en-US" sz="1400" b="0" dirty="0"/>
          </a:p>
        </p:txBody>
      </p:sp>
      <p:pic>
        <p:nvPicPr>
          <p:cNvPr id="2" name="Picture 1">
            <a:extLst>
              <a:ext uri="{FF2B5EF4-FFF2-40B4-BE49-F238E27FC236}">
                <a16:creationId xmlns:a16="http://schemas.microsoft.com/office/drawing/2014/main" id="{B92267E9-0878-4165-C82A-7B3B4B4D85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979" y="804870"/>
            <a:ext cx="1420013" cy="1437108"/>
          </a:xfrm>
          <a:prstGeom prst="rect">
            <a:avLst/>
          </a:prstGeom>
        </p:spPr>
      </p:pic>
      <p:sp>
        <p:nvSpPr>
          <p:cNvPr id="10" name="TextBox 9">
            <a:extLst>
              <a:ext uri="{FF2B5EF4-FFF2-40B4-BE49-F238E27FC236}">
                <a16:creationId xmlns:a16="http://schemas.microsoft.com/office/drawing/2014/main" id="{C1687ECF-5F13-4367-232E-5FF6D4FBBE65}"/>
              </a:ext>
            </a:extLst>
          </p:cNvPr>
          <p:cNvSpPr txBox="1"/>
          <p:nvPr/>
        </p:nvSpPr>
        <p:spPr>
          <a:xfrm>
            <a:off x="2163228" y="3001195"/>
            <a:ext cx="1123410" cy="2308324"/>
          </a:xfrm>
          <a:prstGeom prst="rect">
            <a:avLst/>
          </a:prstGeom>
          <a:noFill/>
        </p:spPr>
        <p:txBody>
          <a:bodyPr wrap="square" rtlCol="0">
            <a:spAutoFit/>
          </a:bodyPr>
          <a:lstStyle>
            <a:defPPr>
              <a:defRPr lang="en-US"/>
            </a:defPPr>
            <a:lvl1pPr>
              <a:defRPr b="1">
                <a:latin typeface="AvantGarde"/>
              </a:defRPr>
            </a:lvl1pPr>
          </a:lstStyle>
          <a:p>
            <a:r>
              <a:rPr lang="en-US" sz="1600" b="0" dirty="0">
                <a:solidFill>
                  <a:schemeClr val="bg1">
                    <a:lumMod val="75000"/>
                  </a:schemeClr>
                </a:solidFill>
              </a:rPr>
              <a:t>HOME</a:t>
            </a:r>
          </a:p>
          <a:p>
            <a:endParaRPr lang="en-US" sz="1600" b="0" dirty="0"/>
          </a:p>
          <a:p>
            <a:r>
              <a:rPr lang="en-US" sz="1600" b="0" dirty="0"/>
              <a:t>NEWS</a:t>
            </a:r>
          </a:p>
          <a:p>
            <a:endParaRPr lang="en-US" sz="1600" b="0" dirty="0">
              <a:solidFill>
                <a:schemeClr val="bg1">
                  <a:lumMod val="75000"/>
                </a:schemeClr>
              </a:solidFill>
            </a:endParaRPr>
          </a:p>
          <a:p>
            <a:r>
              <a:rPr lang="en-US" sz="1600" b="0" dirty="0">
                <a:solidFill>
                  <a:schemeClr val="bg1">
                    <a:lumMod val="75000"/>
                  </a:schemeClr>
                </a:solidFill>
              </a:rPr>
              <a:t>PROJECTS</a:t>
            </a:r>
          </a:p>
          <a:p>
            <a:endParaRPr lang="en-US" sz="1600" b="0" dirty="0">
              <a:solidFill>
                <a:schemeClr val="bg1">
                  <a:lumMod val="75000"/>
                </a:schemeClr>
              </a:solidFill>
            </a:endParaRPr>
          </a:p>
          <a:p>
            <a:r>
              <a:rPr lang="en-US" sz="1600" b="0" dirty="0">
                <a:solidFill>
                  <a:schemeClr val="bg1">
                    <a:lumMod val="75000"/>
                  </a:schemeClr>
                </a:solidFill>
              </a:rPr>
              <a:t>ABOUT</a:t>
            </a:r>
          </a:p>
          <a:p>
            <a:endParaRPr lang="en-US" sz="1600" b="0" dirty="0">
              <a:solidFill>
                <a:schemeClr val="bg1">
                  <a:lumMod val="75000"/>
                </a:schemeClr>
              </a:solidFill>
            </a:endParaRPr>
          </a:p>
          <a:p>
            <a:r>
              <a:rPr lang="en-US" sz="1600" b="0" dirty="0">
                <a:solidFill>
                  <a:schemeClr val="bg1">
                    <a:lumMod val="75000"/>
                  </a:schemeClr>
                </a:solidFill>
              </a:rPr>
              <a:t>CONTACT</a:t>
            </a:r>
          </a:p>
        </p:txBody>
      </p:sp>
      <p:pic>
        <p:nvPicPr>
          <p:cNvPr id="11" name="Picture 10">
            <a:extLst>
              <a:ext uri="{FF2B5EF4-FFF2-40B4-BE49-F238E27FC236}">
                <a16:creationId xmlns:a16="http://schemas.microsoft.com/office/drawing/2014/main" id="{A2E01D3D-DE81-07F7-7E06-603AD67E86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7632" y="3009542"/>
            <a:ext cx="87242" cy="294962"/>
          </a:xfrm>
          <a:prstGeom prst="rect">
            <a:avLst/>
          </a:prstGeom>
        </p:spPr>
      </p:pic>
      <p:pic>
        <p:nvPicPr>
          <p:cNvPr id="12" name="Picture 11">
            <a:extLst>
              <a:ext uri="{FF2B5EF4-FFF2-40B4-BE49-F238E27FC236}">
                <a16:creationId xmlns:a16="http://schemas.microsoft.com/office/drawing/2014/main" id="{65743BAF-A2CB-FF0C-FA80-DB71CA5EC6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9779" y="3985868"/>
            <a:ext cx="87242" cy="294962"/>
          </a:xfrm>
          <a:prstGeom prst="rect">
            <a:avLst/>
          </a:prstGeom>
        </p:spPr>
      </p:pic>
      <p:pic>
        <p:nvPicPr>
          <p:cNvPr id="24" name="Picture 23">
            <a:extLst>
              <a:ext uri="{FF2B5EF4-FFF2-40B4-BE49-F238E27FC236}">
                <a16:creationId xmlns:a16="http://schemas.microsoft.com/office/drawing/2014/main" id="{E986F9A6-06B9-011F-2A77-A1AD889BA6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59745" y="4962194"/>
            <a:ext cx="159945" cy="294963"/>
          </a:xfrm>
          <a:prstGeom prst="rect">
            <a:avLst/>
          </a:prstGeom>
        </p:spPr>
      </p:pic>
      <p:pic>
        <p:nvPicPr>
          <p:cNvPr id="25" name="Picture 24">
            <a:extLst>
              <a:ext uri="{FF2B5EF4-FFF2-40B4-BE49-F238E27FC236}">
                <a16:creationId xmlns:a16="http://schemas.microsoft.com/office/drawing/2014/main" id="{55B08EF8-94B3-1FBD-BDBC-9A3902DA64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7632" y="3497705"/>
            <a:ext cx="87242" cy="294962"/>
          </a:xfrm>
          <a:prstGeom prst="rect">
            <a:avLst/>
          </a:prstGeom>
        </p:spPr>
      </p:pic>
      <p:pic>
        <p:nvPicPr>
          <p:cNvPr id="26" name="Picture 25">
            <a:extLst>
              <a:ext uri="{FF2B5EF4-FFF2-40B4-BE49-F238E27FC236}">
                <a16:creationId xmlns:a16="http://schemas.microsoft.com/office/drawing/2014/main" id="{1C6CA073-4A8B-9686-1FE9-A30ACE4955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1808" y="4474031"/>
            <a:ext cx="87242" cy="294962"/>
          </a:xfrm>
          <a:prstGeom prst="rect">
            <a:avLst/>
          </a:prstGeom>
        </p:spPr>
      </p:pic>
      <p:grpSp>
        <p:nvGrpSpPr>
          <p:cNvPr id="27" name="Group 26">
            <a:extLst>
              <a:ext uri="{FF2B5EF4-FFF2-40B4-BE49-F238E27FC236}">
                <a16:creationId xmlns:a16="http://schemas.microsoft.com/office/drawing/2014/main" id="{F8D0F42D-DA46-299D-E4B3-2BA87811CFDC}"/>
              </a:ext>
            </a:extLst>
          </p:cNvPr>
          <p:cNvGrpSpPr/>
          <p:nvPr/>
        </p:nvGrpSpPr>
        <p:grpSpPr>
          <a:xfrm>
            <a:off x="4949674" y="1805943"/>
            <a:ext cx="4851807" cy="342195"/>
            <a:chOff x="575638" y="2210662"/>
            <a:chExt cx="1484856" cy="1447276"/>
          </a:xfrm>
          <a:scene3d>
            <a:camera prst="orthographicFront"/>
            <a:lightRig rig="flat" dir="t"/>
          </a:scene3d>
        </p:grpSpPr>
        <p:sp>
          <p:nvSpPr>
            <p:cNvPr id="29" name="Rectangle: Rounded Corners 28">
              <a:extLst>
                <a:ext uri="{FF2B5EF4-FFF2-40B4-BE49-F238E27FC236}">
                  <a16:creationId xmlns:a16="http://schemas.microsoft.com/office/drawing/2014/main" id="{4A51D780-2FF0-4EE2-358F-5C28556BDF55}"/>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30" name="Rectangle: Rounded Corners 4">
              <a:extLst>
                <a:ext uri="{FF2B5EF4-FFF2-40B4-BE49-F238E27FC236}">
                  <a16:creationId xmlns:a16="http://schemas.microsoft.com/office/drawing/2014/main" id="{638F0F5D-0D34-918F-9C62-3760A1966129}"/>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31" name="Group 30">
            <a:extLst>
              <a:ext uri="{FF2B5EF4-FFF2-40B4-BE49-F238E27FC236}">
                <a16:creationId xmlns:a16="http://schemas.microsoft.com/office/drawing/2014/main" id="{53DC741E-68DB-FAE2-5033-DC62757EF5D2}"/>
              </a:ext>
            </a:extLst>
          </p:cNvPr>
          <p:cNvGrpSpPr/>
          <p:nvPr/>
        </p:nvGrpSpPr>
        <p:grpSpPr>
          <a:xfrm>
            <a:off x="9932738" y="1813095"/>
            <a:ext cx="341815" cy="342196"/>
            <a:chOff x="575638" y="2210662"/>
            <a:chExt cx="1484856" cy="1447276"/>
          </a:xfrm>
          <a:scene3d>
            <a:camera prst="orthographicFront"/>
            <a:lightRig rig="flat" dir="t"/>
          </a:scene3d>
        </p:grpSpPr>
        <p:sp>
          <p:nvSpPr>
            <p:cNvPr id="32" name="Rectangle: Rounded Corners 31">
              <a:extLst>
                <a:ext uri="{FF2B5EF4-FFF2-40B4-BE49-F238E27FC236}">
                  <a16:creationId xmlns:a16="http://schemas.microsoft.com/office/drawing/2014/main" id="{92A9907F-A02F-D704-D663-87285E6DABB0}"/>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33" name="Rectangle: Rounded Corners 4">
              <a:extLst>
                <a:ext uri="{FF2B5EF4-FFF2-40B4-BE49-F238E27FC236}">
                  <a16:creationId xmlns:a16="http://schemas.microsoft.com/office/drawing/2014/main" id="{3DC22455-1ADF-CBE4-04DB-97C750F0F7CF}"/>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34" name="Group 33">
            <a:extLst>
              <a:ext uri="{FF2B5EF4-FFF2-40B4-BE49-F238E27FC236}">
                <a16:creationId xmlns:a16="http://schemas.microsoft.com/office/drawing/2014/main" id="{208D47FD-12C5-C1D8-9772-7CE6F48F6571}"/>
              </a:ext>
            </a:extLst>
          </p:cNvPr>
          <p:cNvGrpSpPr/>
          <p:nvPr/>
        </p:nvGrpSpPr>
        <p:grpSpPr>
          <a:xfrm>
            <a:off x="4959834" y="2241978"/>
            <a:ext cx="4851807" cy="342195"/>
            <a:chOff x="575638" y="2210662"/>
            <a:chExt cx="1484856" cy="1447276"/>
          </a:xfrm>
          <a:scene3d>
            <a:camera prst="orthographicFront"/>
            <a:lightRig rig="flat" dir="t"/>
          </a:scene3d>
        </p:grpSpPr>
        <p:sp>
          <p:nvSpPr>
            <p:cNvPr id="35" name="Rectangle: Rounded Corners 34">
              <a:extLst>
                <a:ext uri="{FF2B5EF4-FFF2-40B4-BE49-F238E27FC236}">
                  <a16:creationId xmlns:a16="http://schemas.microsoft.com/office/drawing/2014/main" id="{84E34EB4-AC8C-E7B7-8910-69242C05969E}"/>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36" name="Rectangle: Rounded Corners 4">
              <a:extLst>
                <a:ext uri="{FF2B5EF4-FFF2-40B4-BE49-F238E27FC236}">
                  <a16:creationId xmlns:a16="http://schemas.microsoft.com/office/drawing/2014/main" id="{AA83DA10-D9A7-1242-BE46-AE47FD3CA5E2}"/>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37" name="Group 36">
            <a:extLst>
              <a:ext uri="{FF2B5EF4-FFF2-40B4-BE49-F238E27FC236}">
                <a16:creationId xmlns:a16="http://schemas.microsoft.com/office/drawing/2014/main" id="{0F905BA7-F141-412A-6555-D9206A4A9E5E}"/>
              </a:ext>
            </a:extLst>
          </p:cNvPr>
          <p:cNvGrpSpPr/>
          <p:nvPr/>
        </p:nvGrpSpPr>
        <p:grpSpPr>
          <a:xfrm>
            <a:off x="9942898" y="2249130"/>
            <a:ext cx="341815" cy="342196"/>
            <a:chOff x="575638" y="2210662"/>
            <a:chExt cx="1484856" cy="1447276"/>
          </a:xfrm>
          <a:scene3d>
            <a:camera prst="orthographicFront"/>
            <a:lightRig rig="flat" dir="t"/>
          </a:scene3d>
        </p:grpSpPr>
        <p:sp>
          <p:nvSpPr>
            <p:cNvPr id="38" name="Rectangle: Rounded Corners 37">
              <a:extLst>
                <a:ext uri="{FF2B5EF4-FFF2-40B4-BE49-F238E27FC236}">
                  <a16:creationId xmlns:a16="http://schemas.microsoft.com/office/drawing/2014/main" id="{DB64F446-710B-9B89-88ED-6889A1DD4278}"/>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39" name="Rectangle: Rounded Corners 4">
              <a:extLst>
                <a:ext uri="{FF2B5EF4-FFF2-40B4-BE49-F238E27FC236}">
                  <a16:creationId xmlns:a16="http://schemas.microsoft.com/office/drawing/2014/main" id="{4E207635-5336-8E5A-11E5-9ADAE36C095B}"/>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40" name="Group 39">
            <a:extLst>
              <a:ext uri="{FF2B5EF4-FFF2-40B4-BE49-F238E27FC236}">
                <a16:creationId xmlns:a16="http://schemas.microsoft.com/office/drawing/2014/main" id="{D1EDE1DC-CFC6-7DF4-506B-4F8E5FBE8603}"/>
              </a:ext>
            </a:extLst>
          </p:cNvPr>
          <p:cNvGrpSpPr/>
          <p:nvPr/>
        </p:nvGrpSpPr>
        <p:grpSpPr>
          <a:xfrm>
            <a:off x="4959834" y="2682587"/>
            <a:ext cx="4851807" cy="342195"/>
            <a:chOff x="575638" y="2210662"/>
            <a:chExt cx="1484856" cy="1447276"/>
          </a:xfrm>
          <a:scene3d>
            <a:camera prst="orthographicFront"/>
            <a:lightRig rig="flat" dir="t"/>
          </a:scene3d>
        </p:grpSpPr>
        <p:sp>
          <p:nvSpPr>
            <p:cNvPr id="80" name="Rectangle: Rounded Corners 79">
              <a:extLst>
                <a:ext uri="{FF2B5EF4-FFF2-40B4-BE49-F238E27FC236}">
                  <a16:creationId xmlns:a16="http://schemas.microsoft.com/office/drawing/2014/main" id="{FC82B454-5836-8A68-2F26-5C16AB1FFE37}"/>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81" name="Rectangle: Rounded Corners 4">
              <a:extLst>
                <a:ext uri="{FF2B5EF4-FFF2-40B4-BE49-F238E27FC236}">
                  <a16:creationId xmlns:a16="http://schemas.microsoft.com/office/drawing/2014/main" id="{478E0B19-F630-63C5-5AB1-40947E96913A}"/>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82" name="Group 81">
            <a:extLst>
              <a:ext uri="{FF2B5EF4-FFF2-40B4-BE49-F238E27FC236}">
                <a16:creationId xmlns:a16="http://schemas.microsoft.com/office/drawing/2014/main" id="{2DB8BBB1-8117-3072-CC87-ADC3DD01D1FB}"/>
              </a:ext>
            </a:extLst>
          </p:cNvPr>
          <p:cNvGrpSpPr/>
          <p:nvPr/>
        </p:nvGrpSpPr>
        <p:grpSpPr>
          <a:xfrm>
            <a:off x="9942898" y="2689739"/>
            <a:ext cx="341815" cy="342196"/>
            <a:chOff x="575638" y="2210662"/>
            <a:chExt cx="1484856" cy="1447276"/>
          </a:xfrm>
          <a:scene3d>
            <a:camera prst="orthographicFront"/>
            <a:lightRig rig="flat" dir="t"/>
          </a:scene3d>
        </p:grpSpPr>
        <p:sp>
          <p:nvSpPr>
            <p:cNvPr id="83" name="Rectangle: Rounded Corners 82">
              <a:extLst>
                <a:ext uri="{FF2B5EF4-FFF2-40B4-BE49-F238E27FC236}">
                  <a16:creationId xmlns:a16="http://schemas.microsoft.com/office/drawing/2014/main" id="{A8E2A4B0-5B63-5171-FD53-D1D3B60571E0}"/>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84" name="Rectangle: Rounded Corners 4">
              <a:extLst>
                <a:ext uri="{FF2B5EF4-FFF2-40B4-BE49-F238E27FC236}">
                  <a16:creationId xmlns:a16="http://schemas.microsoft.com/office/drawing/2014/main" id="{08FB6195-4853-7179-0164-3A42785AC1EA}"/>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85" name="Group 84">
            <a:extLst>
              <a:ext uri="{FF2B5EF4-FFF2-40B4-BE49-F238E27FC236}">
                <a16:creationId xmlns:a16="http://schemas.microsoft.com/office/drawing/2014/main" id="{0D07E9EA-229F-FBC0-CC18-84EA66A7762B}"/>
              </a:ext>
            </a:extLst>
          </p:cNvPr>
          <p:cNvGrpSpPr/>
          <p:nvPr/>
        </p:nvGrpSpPr>
        <p:grpSpPr>
          <a:xfrm>
            <a:off x="4959834" y="3125052"/>
            <a:ext cx="4851807" cy="342195"/>
            <a:chOff x="575638" y="2210662"/>
            <a:chExt cx="1484856" cy="1447276"/>
          </a:xfrm>
          <a:scene3d>
            <a:camera prst="orthographicFront"/>
            <a:lightRig rig="flat" dir="t"/>
          </a:scene3d>
        </p:grpSpPr>
        <p:sp>
          <p:nvSpPr>
            <p:cNvPr id="86" name="Rectangle: Rounded Corners 85">
              <a:extLst>
                <a:ext uri="{FF2B5EF4-FFF2-40B4-BE49-F238E27FC236}">
                  <a16:creationId xmlns:a16="http://schemas.microsoft.com/office/drawing/2014/main" id="{26703A65-C221-60AF-8B6C-186514F70B5F}"/>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87" name="Rectangle: Rounded Corners 4">
              <a:extLst>
                <a:ext uri="{FF2B5EF4-FFF2-40B4-BE49-F238E27FC236}">
                  <a16:creationId xmlns:a16="http://schemas.microsoft.com/office/drawing/2014/main" id="{EE7479BC-A5DC-85F7-058A-473182BBAE6B}"/>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88" name="Group 87">
            <a:extLst>
              <a:ext uri="{FF2B5EF4-FFF2-40B4-BE49-F238E27FC236}">
                <a16:creationId xmlns:a16="http://schemas.microsoft.com/office/drawing/2014/main" id="{A0FC977E-8A99-7E95-DB89-15284912164A}"/>
              </a:ext>
            </a:extLst>
          </p:cNvPr>
          <p:cNvGrpSpPr/>
          <p:nvPr/>
        </p:nvGrpSpPr>
        <p:grpSpPr>
          <a:xfrm>
            <a:off x="9942898" y="3132204"/>
            <a:ext cx="341815" cy="342196"/>
            <a:chOff x="575638" y="2210662"/>
            <a:chExt cx="1484856" cy="1447276"/>
          </a:xfrm>
          <a:scene3d>
            <a:camera prst="orthographicFront"/>
            <a:lightRig rig="flat" dir="t"/>
          </a:scene3d>
        </p:grpSpPr>
        <p:sp>
          <p:nvSpPr>
            <p:cNvPr id="89" name="Rectangle: Rounded Corners 88">
              <a:extLst>
                <a:ext uri="{FF2B5EF4-FFF2-40B4-BE49-F238E27FC236}">
                  <a16:creationId xmlns:a16="http://schemas.microsoft.com/office/drawing/2014/main" id="{451C2333-C212-6690-8596-6CC26D37EB14}"/>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90" name="Rectangle: Rounded Corners 4">
              <a:extLst>
                <a:ext uri="{FF2B5EF4-FFF2-40B4-BE49-F238E27FC236}">
                  <a16:creationId xmlns:a16="http://schemas.microsoft.com/office/drawing/2014/main" id="{31959FEF-8E43-30CC-E956-375E11F669BC}"/>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97" name="Group 96">
            <a:extLst>
              <a:ext uri="{FF2B5EF4-FFF2-40B4-BE49-F238E27FC236}">
                <a16:creationId xmlns:a16="http://schemas.microsoft.com/office/drawing/2014/main" id="{4DEFD958-86B9-6428-E6B2-44B6ACC44B3E}"/>
              </a:ext>
            </a:extLst>
          </p:cNvPr>
          <p:cNvGrpSpPr/>
          <p:nvPr/>
        </p:nvGrpSpPr>
        <p:grpSpPr>
          <a:xfrm>
            <a:off x="4975953" y="3572553"/>
            <a:ext cx="4851807" cy="342195"/>
            <a:chOff x="575638" y="2210662"/>
            <a:chExt cx="1484856" cy="1447276"/>
          </a:xfrm>
          <a:scene3d>
            <a:camera prst="orthographicFront"/>
            <a:lightRig rig="flat" dir="t"/>
          </a:scene3d>
        </p:grpSpPr>
        <p:sp>
          <p:nvSpPr>
            <p:cNvPr id="98" name="Rectangle: Rounded Corners 97">
              <a:extLst>
                <a:ext uri="{FF2B5EF4-FFF2-40B4-BE49-F238E27FC236}">
                  <a16:creationId xmlns:a16="http://schemas.microsoft.com/office/drawing/2014/main" id="{6699B0CB-BEA2-7818-6407-C17FB8C5417F}"/>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99" name="Rectangle: Rounded Corners 4">
              <a:extLst>
                <a:ext uri="{FF2B5EF4-FFF2-40B4-BE49-F238E27FC236}">
                  <a16:creationId xmlns:a16="http://schemas.microsoft.com/office/drawing/2014/main" id="{B2836617-0C09-6BA3-1C51-46394316E01A}"/>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100" name="Group 99">
            <a:extLst>
              <a:ext uri="{FF2B5EF4-FFF2-40B4-BE49-F238E27FC236}">
                <a16:creationId xmlns:a16="http://schemas.microsoft.com/office/drawing/2014/main" id="{77733D2C-91FB-EA4F-59FC-F0B16BF2A7FF}"/>
              </a:ext>
            </a:extLst>
          </p:cNvPr>
          <p:cNvGrpSpPr/>
          <p:nvPr/>
        </p:nvGrpSpPr>
        <p:grpSpPr>
          <a:xfrm>
            <a:off x="9959017" y="3579705"/>
            <a:ext cx="341815" cy="342196"/>
            <a:chOff x="575638" y="2210662"/>
            <a:chExt cx="1484856" cy="1447276"/>
          </a:xfrm>
          <a:scene3d>
            <a:camera prst="orthographicFront"/>
            <a:lightRig rig="flat" dir="t"/>
          </a:scene3d>
        </p:grpSpPr>
        <p:sp>
          <p:nvSpPr>
            <p:cNvPr id="101" name="Rectangle: Rounded Corners 100">
              <a:extLst>
                <a:ext uri="{FF2B5EF4-FFF2-40B4-BE49-F238E27FC236}">
                  <a16:creationId xmlns:a16="http://schemas.microsoft.com/office/drawing/2014/main" id="{11B3BEC6-0F7E-2793-ABB8-ABFA6E299F2A}"/>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02" name="Rectangle: Rounded Corners 4">
              <a:extLst>
                <a:ext uri="{FF2B5EF4-FFF2-40B4-BE49-F238E27FC236}">
                  <a16:creationId xmlns:a16="http://schemas.microsoft.com/office/drawing/2014/main" id="{ACE20A49-2676-8A0E-6BD5-DF7F1AF95099}"/>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103" name="Group 102">
            <a:extLst>
              <a:ext uri="{FF2B5EF4-FFF2-40B4-BE49-F238E27FC236}">
                <a16:creationId xmlns:a16="http://schemas.microsoft.com/office/drawing/2014/main" id="{77D220DE-EF56-AEDB-8B6B-D30678CEE1B0}"/>
              </a:ext>
            </a:extLst>
          </p:cNvPr>
          <p:cNvGrpSpPr/>
          <p:nvPr/>
        </p:nvGrpSpPr>
        <p:grpSpPr>
          <a:xfrm>
            <a:off x="4965793" y="4019593"/>
            <a:ext cx="4851807" cy="342195"/>
            <a:chOff x="575638" y="2210662"/>
            <a:chExt cx="1484856" cy="1447276"/>
          </a:xfrm>
          <a:scene3d>
            <a:camera prst="orthographicFront"/>
            <a:lightRig rig="flat" dir="t"/>
          </a:scene3d>
        </p:grpSpPr>
        <p:sp>
          <p:nvSpPr>
            <p:cNvPr id="104" name="Rectangle: Rounded Corners 103">
              <a:extLst>
                <a:ext uri="{FF2B5EF4-FFF2-40B4-BE49-F238E27FC236}">
                  <a16:creationId xmlns:a16="http://schemas.microsoft.com/office/drawing/2014/main" id="{92DE9AD8-A0DB-0ABF-2CC9-99492CC7C5E3}"/>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05" name="Rectangle: Rounded Corners 4">
              <a:extLst>
                <a:ext uri="{FF2B5EF4-FFF2-40B4-BE49-F238E27FC236}">
                  <a16:creationId xmlns:a16="http://schemas.microsoft.com/office/drawing/2014/main" id="{1BC62E0C-3998-FA65-FD18-1A6448BEF0DA}"/>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106" name="Group 105">
            <a:extLst>
              <a:ext uri="{FF2B5EF4-FFF2-40B4-BE49-F238E27FC236}">
                <a16:creationId xmlns:a16="http://schemas.microsoft.com/office/drawing/2014/main" id="{3BEDE71A-ADF6-E8EA-D60B-227FEDCC5F56}"/>
              </a:ext>
            </a:extLst>
          </p:cNvPr>
          <p:cNvGrpSpPr/>
          <p:nvPr/>
        </p:nvGrpSpPr>
        <p:grpSpPr>
          <a:xfrm>
            <a:off x="9948857" y="4026745"/>
            <a:ext cx="341815" cy="342196"/>
            <a:chOff x="575638" y="2210662"/>
            <a:chExt cx="1484856" cy="1447276"/>
          </a:xfrm>
          <a:scene3d>
            <a:camera prst="orthographicFront"/>
            <a:lightRig rig="flat" dir="t"/>
          </a:scene3d>
        </p:grpSpPr>
        <p:sp>
          <p:nvSpPr>
            <p:cNvPr id="107" name="Rectangle: Rounded Corners 106">
              <a:extLst>
                <a:ext uri="{FF2B5EF4-FFF2-40B4-BE49-F238E27FC236}">
                  <a16:creationId xmlns:a16="http://schemas.microsoft.com/office/drawing/2014/main" id="{A4289F81-1467-E738-964B-19F76DCBA160}"/>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08" name="Rectangle: Rounded Corners 4">
              <a:extLst>
                <a:ext uri="{FF2B5EF4-FFF2-40B4-BE49-F238E27FC236}">
                  <a16:creationId xmlns:a16="http://schemas.microsoft.com/office/drawing/2014/main" id="{650DD653-5718-A222-A9D4-3A97C0ED243B}"/>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109" name="Group 108">
            <a:extLst>
              <a:ext uri="{FF2B5EF4-FFF2-40B4-BE49-F238E27FC236}">
                <a16:creationId xmlns:a16="http://schemas.microsoft.com/office/drawing/2014/main" id="{B897BE7B-A9C3-9E37-127B-438A79226845}"/>
              </a:ext>
            </a:extLst>
          </p:cNvPr>
          <p:cNvGrpSpPr/>
          <p:nvPr/>
        </p:nvGrpSpPr>
        <p:grpSpPr>
          <a:xfrm>
            <a:off x="4975953" y="4455628"/>
            <a:ext cx="4851807" cy="342195"/>
            <a:chOff x="575638" y="2210662"/>
            <a:chExt cx="1484856" cy="1447276"/>
          </a:xfrm>
          <a:scene3d>
            <a:camera prst="orthographicFront"/>
            <a:lightRig rig="flat" dir="t"/>
          </a:scene3d>
        </p:grpSpPr>
        <p:sp>
          <p:nvSpPr>
            <p:cNvPr id="110" name="Rectangle: Rounded Corners 109">
              <a:extLst>
                <a:ext uri="{FF2B5EF4-FFF2-40B4-BE49-F238E27FC236}">
                  <a16:creationId xmlns:a16="http://schemas.microsoft.com/office/drawing/2014/main" id="{97CB8593-737B-8DC1-9D83-41571485A381}"/>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11" name="Rectangle: Rounded Corners 4">
              <a:extLst>
                <a:ext uri="{FF2B5EF4-FFF2-40B4-BE49-F238E27FC236}">
                  <a16:creationId xmlns:a16="http://schemas.microsoft.com/office/drawing/2014/main" id="{0A0DC8AB-CF27-65F6-2C3F-CCC36D61672A}"/>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112" name="Group 111">
            <a:extLst>
              <a:ext uri="{FF2B5EF4-FFF2-40B4-BE49-F238E27FC236}">
                <a16:creationId xmlns:a16="http://schemas.microsoft.com/office/drawing/2014/main" id="{D4477551-B841-39B1-0B00-2DFEFF214559}"/>
              </a:ext>
            </a:extLst>
          </p:cNvPr>
          <p:cNvGrpSpPr/>
          <p:nvPr/>
        </p:nvGrpSpPr>
        <p:grpSpPr>
          <a:xfrm>
            <a:off x="9959017" y="4462780"/>
            <a:ext cx="341815" cy="342196"/>
            <a:chOff x="575638" y="2210662"/>
            <a:chExt cx="1484856" cy="1447276"/>
          </a:xfrm>
          <a:scene3d>
            <a:camera prst="orthographicFront"/>
            <a:lightRig rig="flat" dir="t"/>
          </a:scene3d>
        </p:grpSpPr>
        <p:sp>
          <p:nvSpPr>
            <p:cNvPr id="113" name="Rectangle: Rounded Corners 112">
              <a:extLst>
                <a:ext uri="{FF2B5EF4-FFF2-40B4-BE49-F238E27FC236}">
                  <a16:creationId xmlns:a16="http://schemas.microsoft.com/office/drawing/2014/main" id="{1A2CB4DF-D218-18B5-4E55-8E527FE232E1}"/>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14" name="Rectangle: Rounded Corners 4">
              <a:extLst>
                <a:ext uri="{FF2B5EF4-FFF2-40B4-BE49-F238E27FC236}">
                  <a16:creationId xmlns:a16="http://schemas.microsoft.com/office/drawing/2014/main" id="{F1AC339D-6CEF-1954-9149-00B1E2C03467}"/>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115" name="Group 114">
            <a:extLst>
              <a:ext uri="{FF2B5EF4-FFF2-40B4-BE49-F238E27FC236}">
                <a16:creationId xmlns:a16="http://schemas.microsoft.com/office/drawing/2014/main" id="{D4FB166C-9759-A052-D1FF-48FB942A3214}"/>
              </a:ext>
            </a:extLst>
          </p:cNvPr>
          <p:cNvGrpSpPr/>
          <p:nvPr/>
        </p:nvGrpSpPr>
        <p:grpSpPr>
          <a:xfrm>
            <a:off x="4975953" y="4896237"/>
            <a:ext cx="4851807" cy="342195"/>
            <a:chOff x="575638" y="2210662"/>
            <a:chExt cx="1484856" cy="1447276"/>
          </a:xfrm>
          <a:scene3d>
            <a:camera prst="orthographicFront"/>
            <a:lightRig rig="flat" dir="t"/>
          </a:scene3d>
        </p:grpSpPr>
        <p:sp>
          <p:nvSpPr>
            <p:cNvPr id="116" name="Rectangle: Rounded Corners 115">
              <a:extLst>
                <a:ext uri="{FF2B5EF4-FFF2-40B4-BE49-F238E27FC236}">
                  <a16:creationId xmlns:a16="http://schemas.microsoft.com/office/drawing/2014/main" id="{157BF8A8-8136-A6D9-399B-04BA570D597A}"/>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17" name="Rectangle: Rounded Corners 4">
              <a:extLst>
                <a:ext uri="{FF2B5EF4-FFF2-40B4-BE49-F238E27FC236}">
                  <a16:creationId xmlns:a16="http://schemas.microsoft.com/office/drawing/2014/main" id="{41C47D24-1061-7C4A-F7F0-4243A4E3F2DC}"/>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118" name="Group 117">
            <a:extLst>
              <a:ext uri="{FF2B5EF4-FFF2-40B4-BE49-F238E27FC236}">
                <a16:creationId xmlns:a16="http://schemas.microsoft.com/office/drawing/2014/main" id="{1E8DFE6D-79E4-344B-5DB9-32341C1707B0}"/>
              </a:ext>
            </a:extLst>
          </p:cNvPr>
          <p:cNvGrpSpPr/>
          <p:nvPr/>
        </p:nvGrpSpPr>
        <p:grpSpPr>
          <a:xfrm>
            <a:off x="9959017" y="4903389"/>
            <a:ext cx="341815" cy="342196"/>
            <a:chOff x="575638" y="2210662"/>
            <a:chExt cx="1484856" cy="1447276"/>
          </a:xfrm>
          <a:scene3d>
            <a:camera prst="orthographicFront"/>
            <a:lightRig rig="flat" dir="t"/>
          </a:scene3d>
        </p:grpSpPr>
        <p:sp>
          <p:nvSpPr>
            <p:cNvPr id="119" name="Rectangle: Rounded Corners 118">
              <a:extLst>
                <a:ext uri="{FF2B5EF4-FFF2-40B4-BE49-F238E27FC236}">
                  <a16:creationId xmlns:a16="http://schemas.microsoft.com/office/drawing/2014/main" id="{A795416A-AF1F-E420-AEDE-8A751D173FFE}"/>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20" name="Rectangle: Rounded Corners 4">
              <a:extLst>
                <a:ext uri="{FF2B5EF4-FFF2-40B4-BE49-F238E27FC236}">
                  <a16:creationId xmlns:a16="http://schemas.microsoft.com/office/drawing/2014/main" id="{2CC2F2E2-3934-949E-BA84-05D78C47C01C}"/>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121" name="Group 120">
            <a:extLst>
              <a:ext uri="{FF2B5EF4-FFF2-40B4-BE49-F238E27FC236}">
                <a16:creationId xmlns:a16="http://schemas.microsoft.com/office/drawing/2014/main" id="{7E55544E-766B-26E3-C3DE-12E039F33A3D}"/>
              </a:ext>
            </a:extLst>
          </p:cNvPr>
          <p:cNvGrpSpPr/>
          <p:nvPr/>
        </p:nvGrpSpPr>
        <p:grpSpPr>
          <a:xfrm>
            <a:off x="4975953" y="5338702"/>
            <a:ext cx="4851807" cy="342195"/>
            <a:chOff x="575638" y="2210662"/>
            <a:chExt cx="1484856" cy="1447276"/>
          </a:xfrm>
          <a:scene3d>
            <a:camera prst="orthographicFront"/>
            <a:lightRig rig="flat" dir="t"/>
          </a:scene3d>
        </p:grpSpPr>
        <p:sp>
          <p:nvSpPr>
            <p:cNvPr id="122" name="Rectangle: Rounded Corners 121">
              <a:extLst>
                <a:ext uri="{FF2B5EF4-FFF2-40B4-BE49-F238E27FC236}">
                  <a16:creationId xmlns:a16="http://schemas.microsoft.com/office/drawing/2014/main" id="{DEB3E8DB-8358-467E-47D8-546B7A7E21BA}"/>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23" name="Rectangle: Rounded Corners 4">
              <a:extLst>
                <a:ext uri="{FF2B5EF4-FFF2-40B4-BE49-F238E27FC236}">
                  <a16:creationId xmlns:a16="http://schemas.microsoft.com/office/drawing/2014/main" id="{905F4A4D-CD51-1F72-0C00-4BBC6BF63D6A}"/>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grpSp>
        <p:nvGrpSpPr>
          <p:cNvPr id="124" name="Group 123">
            <a:extLst>
              <a:ext uri="{FF2B5EF4-FFF2-40B4-BE49-F238E27FC236}">
                <a16:creationId xmlns:a16="http://schemas.microsoft.com/office/drawing/2014/main" id="{1255623E-CDBF-4E15-FE57-ED2FEF179992}"/>
              </a:ext>
            </a:extLst>
          </p:cNvPr>
          <p:cNvGrpSpPr/>
          <p:nvPr/>
        </p:nvGrpSpPr>
        <p:grpSpPr>
          <a:xfrm>
            <a:off x="9959017" y="5345854"/>
            <a:ext cx="341815" cy="342196"/>
            <a:chOff x="575638" y="2210662"/>
            <a:chExt cx="1484856" cy="1447276"/>
          </a:xfrm>
          <a:scene3d>
            <a:camera prst="orthographicFront"/>
            <a:lightRig rig="flat" dir="t"/>
          </a:scene3d>
        </p:grpSpPr>
        <p:sp>
          <p:nvSpPr>
            <p:cNvPr id="125" name="Rectangle: Rounded Corners 124">
              <a:extLst>
                <a:ext uri="{FF2B5EF4-FFF2-40B4-BE49-F238E27FC236}">
                  <a16:creationId xmlns:a16="http://schemas.microsoft.com/office/drawing/2014/main" id="{043F63B9-D487-D625-CCE2-D99FA12EAF19}"/>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26" name="Rectangle: Rounded Corners 4">
              <a:extLst>
                <a:ext uri="{FF2B5EF4-FFF2-40B4-BE49-F238E27FC236}">
                  <a16:creationId xmlns:a16="http://schemas.microsoft.com/office/drawing/2014/main" id="{06572473-EAD7-1C3A-51C3-AFE5AAB95BD3}"/>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endParaRPr lang="en-US" sz="4725" dirty="0">
                <a:solidFill>
                  <a:srgbClr val="7F99AD"/>
                </a:solidFill>
              </a:endParaRPr>
            </a:p>
          </p:txBody>
        </p:sp>
      </p:grpSp>
      <p:cxnSp>
        <p:nvCxnSpPr>
          <p:cNvPr id="4" name="Straight Connector 3">
            <a:extLst>
              <a:ext uri="{FF2B5EF4-FFF2-40B4-BE49-F238E27FC236}">
                <a16:creationId xmlns:a16="http://schemas.microsoft.com/office/drawing/2014/main" id="{A2900A46-B7CE-3440-C89E-D20E50237975}"/>
              </a:ext>
            </a:extLst>
          </p:cNvPr>
          <p:cNvCxnSpPr>
            <a:cxnSpLocks/>
          </p:cNvCxnSpPr>
          <p:nvPr/>
        </p:nvCxnSpPr>
        <p:spPr>
          <a:xfrm>
            <a:off x="2151513" y="668239"/>
            <a:ext cx="0" cy="5884965"/>
          </a:xfrm>
          <a:prstGeom prst="line">
            <a:avLst/>
          </a:prstGeom>
          <a:ln>
            <a:solidFill>
              <a:srgbClr val="36867B"/>
            </a:solidFill>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BEAE7E4D-2B2B-D791-9874-5B89CCCABF81}"/>
              </a:ext>
            </a:extLst>
          </p:cNvPr>
          <p:cNvSpPr/>
          <p:nvPr/>
        </p:nvSpPr>
        <p:spPr>
          <a:xfrm>
            <a:off x="1822522" y="6299512"/>
            <a:ext cx="717383" cy="294962"/>
          </a:xfrm>
          <a:prstGeom prst="rect">
            <a:avLst/>
          </a:prstGeom>
          <a:noFill/>
          <a:ln w="7620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a-IR" sz="1050" dirty="0">
                <a:solidFill>
                  <a:schemeClr val="tx1"/>
                </a:solidFill>
                <a:latin typeface="Sahel" panose="020B0603030804020204" pitchFamily="34" charset="-78"/>
                <a:cs typeface="Sahel" panose="020B0603030804020204" pitchFamily="34" charset="-78"/>
              </a:rPr>
              <a:t>فا</a:t>
            </a:r>
            <a:r>
              <a:rPr lang="en-US" sz="1050" dirty="0">
                <a:solidFill>
                  <a:schemeClr val="tx1"/>
                </a:solidFill>
              </a:rPr>
              <a:t> </a:t>
            </a:r>
            <a:r>
              <a:rPr lang="fa-IR" sz="1050" dirty="0">
                <a:solidFill>
                  <a:schemeClr val="tx1"/>
                </a:solidFill>
              </a:rPr>
              <a:t>  </a:t>
            </a:r>
            <a:r>
              <a:rPr lang="en-US" sz="1125" dirty="0">
                <a:solidFill>
                  <a:schemeClr val="tx1"/>
                </a:solidFill>
                <a:latin typeface="AvantGarde"/>
              </a:rPr>
              <a:t>En</a:t>
            </a:r>
          </a:p>
        </p:txBody>
      </p:sp>
      <p:sp>
        <p:nvSpPr>
          <p:cNvPr id="14" name="TextBox 13">
            <a:extLst>
              <a:ext uri="{FF2B5EF4-FFF2-40B4-BE49-F238E27FC236}">
                <a16:creationId xmlns:a16="http://schemas.microsoft.com/office/drawing/2014/main" id="{7A1096DD-C2FD-B9DA-3247-FB3496C9F40E}"/>
              </a:ext>
            </a:extLst>
          </p:cNvPr>
          <p:cNvSpPr txBox="1"/>
          <p:nvPr/>
        </p:nvSpPr>
        <p:spPr>
          <a:xfrm>
            <a:off x="1682504" y="362037"/>
            <a:ext cx="929620" cy="338554"/>
          </a:xfrm>
          <a:prstGeom prst="rect">
            <a:avLst/>
          </a:prstGeom>
          <a:noFill/>
        </p:spPr>
        <p:txBody>
          <a:bodyPr wrap="square" rtlCol="0">
            <a:spAutoFit/>
          </a:bodyPr>
          <a:lstStyle/>
          <a:p>
            <a:pPr algn="ctr"/>
            <a:r>
              <a:rPr lang="en-US" sz="1600" b="1" dirty="0">
                <a:latin typeface="AvantGarde"/>
              </a:rPr>
              <a:t>RA</a:t>
            </a:r>
            <a:r>
              <a:rPr lang="en-US" sz="1600" b="1" dirty="0">
                <a:solidFill>
                  <a:srgbClr val="1A8C85"/>
                </a:solidFill>
                <a:latin typeface="AvantGarde"/>
              </a:rPr>
              <a:t>Z</a:t>
            </a:r>
            <a:r>
              <a:rPr lang="en-US" sz="1600" b="1" dirty="0">
                <a:latin typeface="AvantGarde"/>
              </a:rPr>
              <a:t>AN</a:t>
            </a:r>
          </a:p>
        </p:txBody>
      </p:sp>
    </p:spTree>
    <p:extLst>
      <p:ext uri="{BB962C8B-B14F-4D97-AF65-F5344CB8AC3E}">
        <p14:creationId xmlns:p14="http://schemas.microsoft.com/office/powerpoint/2010/main" val="172286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0" grpId="0"/>
      <p:bldP spid="13" grpId="0" animBg="1"/>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F5EFEFC7-91FE-BA6F-1355-C26E8A3FDD71}"/>
              </a:ext>
            </a:extLst>
          </p:cNvPr>
          <p:cNvSpPr txBox="1"/>
          <p:nvPr/>
        </p:nvSpPr>
        <p:spPr>
          <a:xfrm>
            <a:off x="226811" y="2624156"/>
            <a:ext cx="1331687" cy="3970318"/>
          </a:xfrm>
          <a:prstGeom prst="rect">
            <a:avLst/>
          </a:prstGeom>
          <a:noFill/>
        </p:spPr>
        <p:txBody>
          <a:bodyPr wrap="square" rtlCol="0">
            <a:spAutoFit/>
          </a:bodyPr>
          <a:lstStyle>
            <a:defPPr>
              <a:defRPr lang="en-US"/>
            </a:defPPr>
            <a:lvl1pPr>
              <a:defRPr b="1">
                <a:latin typeface="AvantGarde"/>
              </a:defRPr>
            </a:lvl1pPr>
          </a:lstStyle>
          <a:p>
            <a:r>
              <a:rPr lang="en-US" sz="1400" b="0" dirty="0"/>
              <a:t>ALL</a:t>
            </a:r>
          </a:p>
          <a:p>
            <a:endParaRPr lang="en-US" sz="1400" b="0" dirty="0"/>
          </a:p>
          <a:p>
            <a:r>
              <a:rPr lang="en-US" sz="1400" b="0" dirty="0"/>
              <a:t>2000-2004</a:t>
            </a:r>
          </a:p>
          <a:p>
            <a:r>
              <a:rPr lang="en-US" sz="1400" b="0" dirty="0"/>
              <a:t>2005-2009</a:t>
            </a:r>
          </a:p>
          <a:p>
            <a:r>
              <a:rPr lang="en-US" sz="1400" b="0" dirty="0"/>
              <a:t>2010-2014</a:t>
            </a:r>
          </a:p>
          <a:p>
            <a:r>
              <a:rPr lang="en-US" sz="1400" b="0" dirty="0"/>
              <a:t>2015-2019</a:t>
            </a:r>
          </a:p>
          <a:p>
            <a:r>
              <a:rPr lang="en-US" sz="1400" b="0" dirty="0"/>
              <a:t>2019-2024</a:t>
            </a:r>
          </a:p>
          <a:p>
            <a:r>
              <a:rPr lang="en-US" sz="1400" b="0" dirty="0"/>
              <a:t>2025-2029</a:t>
            </a:r>
          </a:p>
          <a:p>
            <a:endParaRPr lang="en-US" sz="1400" b="0" dirty="0"/>
          </a:p>
          <a:p>
            <a:r>
              <a:rPr lang="en-US" sz="1400" b="0" dirty="0"/>
              <a:t>Apartment</a:t>
            </a:r>
          </a:p>
          <a:p>
            <a:r>
              <a:rPr lang="en-US" sz="1400" b="0" dirty="0"/>
              <a:t>Villa</a:t>
            </a:r>
          </a:p>
          <a:p>
            <a:r>
              <a:rPr lang="en-US" sz="1400" b="0" dirty="0"/>
              <a:t>Commercial</a:t>
            </a:r>
            <a:br>
              <a:rPr lang="en-US" sz="1400" b="0" dirty="0"/>
            </a:br>
            <a:r>
              <a:rPr lang="en-US" sz="1400" b="0" dirty="0"/>
              <a:t>Health &amp; Care</a:t>
            </a:r>
            <a:br>
              <a:rPr lang="en-US" sz="1400" b="0" dirty="0"/>
            </a:br>
            <a:r>
              <a:rPr lang="en-US" sz="1400" b="0" dirty="0"/>
              <a:t>Office</a:t>
            </a:r>
          </a:p>
          <a:p>
            <a:r>
              <a:rPr lang="en-US" sz="1400" b="0" dirty="0"/>
              <a:t>Complex</a:t>
            </a:r>
          </a:p>
          <a:p>
            <a:r>
              <a:rPr lang="en-US" sz="1400" b="0" dirty="0"/>
              <a:t>Interior</a:t>
            </a:r>
          </a:p>
          <a:p>
            <a:r>
              <a:rPr lang="en-US" sz="1400" b="0" dirty="0"/>
              <a:t>Landscape</a:t>
            </a:r>
          </a:p>
          <a:p>
            <a:endParaRPr lang="en-US" sz="1400" b="0" dirty="0"/>
          </a:p>
        </p:txBody>
      </p:sp>
      <p:grpSp>
        <p:nvGrpSpPr>
          <p:cNvPr id="5" name="Group 4">
            <a:extLst>
              <a:ext uri="{FF2B5EF4-FFF2-40B4-BE49-F238E27FC236}">
                <a16:creationId xmlns:a16="http://schemas.microsoft.com/office/drawing/2014/main" id="{F551CDC1-8B71-E410-BBAE-640F32AF46AA}"/>
              </a:ext>
            </a:extLst>
          </p:cNvPr>
          <p:cNvGrpSpPr/>
          <p:nvPr/>
        </p:nvGrpSpPr>
        <p:grpSpPr>
          <a:xfrm>
            <a:off x="4562725" y="701040"/>
            <a:ext cx="1880436" cy="1721035"/>
            <a:chOff x="575638" y="2210662"/>
            <a:chExt cx="1484856" cy="1447276"/>
          </a:xfrm>
          <a:scene3d>
            <a:camera prst="orthographicFront"/>
            <a:lightRig rig="flat" dir="t"/>
          </a:scene3d>
        </p:grpSpPr>
        <p:sp>
          <p:nvSpPr>
            <p:cNvPr id="6" name="Rectangle: Rounded Corners 5">
              <a:extLst>
                <a:ext uri="{FF2B5EF4-FFF2-40B4-BE49-F238E27FC236}">
                  <a16:creationId xmlns:a16="http://schemas.microsoft.com/office/drawing/2014/main" id="{2ABA7717-A8C6-A2CB-DAC7-BE81A8717B08}"/>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9" name="Rectangle: Rounded Corners 4">
              <a:extLst>
                <a:ext uri="{FF2B5EF4-FFF2-40B4-BE49-F238E27FC236}">
                  <a16:creationId xmlns:a16="http://schemas.microsoft.com/office/drawing/2014/main" id="{B618D833-75E8-8260-B39D-5FB638CCF5DC}"/>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sp>
        <p:nvSpPr>
          <p:cNvPr id="7" name="TextBox 6">
            <a:extLst>
              <a:ext uri="{FF2B5EF4-FFF2-40B4-BE49-F238E27FC236}">
                <a16:creationId xmlns:a16="http://schemas.microsoft.com/office/drawing/2014/main" id="{D9C9E8C2-80E8-8EF4-3DD5-6F0539F70D08}"/>
              </a:ext>
            </a:extLst>
          </p:cNvPr>
          <p:cNvSpPr txBox="1"/>
          <p:nvPr/>
        </p:nvSpPr>
        <p:spPr>
          <a:xfrm>
            <a:off x="2163228" y="3001195"/>
            <a:ext cx="1123410" cy="2308324"/>
          </a:xfrm>
          <a:prstGeom prst="rect">
            <a:avLst/>
          </a:prstGeom>
          <a:noFill/>
        </p:spPr>
        <p:txBody>
          <a:bodyPr wrap="square" rtlCol="0">
            <a:spAutoFit/>
          </a:bodyPr>
          <a:lstStyle>
            <a:defPPr>
              <a:defRPr lang="en-US"/>
            </a:defPPr>
            <a:lvl1pPr>
              <a:defRPr b="1">
                <a:latin typeface="AvantGarde"/>
              </a:defRPr>
            </a:lvl1pPr>
          </a:lstStyle>
          <a:p>
            <a:r>
              <a:rPr lang="en-US" sz="1600" b="0" dirty="0">
                <a:solidFill>
                  <a:schemeClr val="bg1">
                    <a:lumMod val="75000"/>
                  </a:schemeClr>
                </a:solidFill>
              </a:rPr>
              <a:t>HOME</a:t>
            </a:r>
          </a:p>
          <a:p>
            <a:endParaRPr lang="en-US" sz="1600" b="0" dirty="0"/>
          </a:p>
          <a:p>
            <a:r>
              <a:rPr lang="en-US" sz="1600" b="0" dirty="0">
                <a:solidFill>
                  <a:schemeClr val="bg1">
                    <a:lumMod val="75000"/>
                  </a:schemeClr>
                </a:solidFill>
              </a:rPr>
              <a:t>NEWS</a:t>
            </a:r>
          </a:p>
          <a:p>
            <a:endParaRPr lang="en-US" sz="1600" b="0" dirty="0">
              <a:solidFill>
                <a:schemeClr val="bg1">
                  <a:lumMod val="75000"/>
                </a:schemeClr>
              </a:solidFill>
            </a:endParaRPr>
          </a:p>
          <a:p>
            <a:r>
              <a:rPr lang="en-US" sz="1600" b="0" dirty="0">
                <a:solidFill>
                  <a:srgbClr val="368178"/>
                </a:solidFill>
              </a:rPr>
              <a:t>PROJECTS</a:t>
            </a:r>
          </a:p>
          <a:p>
            <a:endParaRPr lang="en-US" sz="1600" b="0" dirty="0">
              <a:solidFill>
                <a:schemeClr val="bg1">
                  <a:lumMod val="75000"/>
                </a:schemeClr>
              </a:solidFill>
            </a:endParaRPr>
          </a:p>
          <a:p>
            <a:r>
              <a:rPr lang="en-US" sz="1600" b="0" dirty="0">
                <a:solidFill>
                  <a:schemeClr val="bg1">
                    <a:lumMod val="75000"/>
                  </a:schemeClr>
                </a:solidFill>
              </a:rPr>
              <a:t>ABOUT</a:t>
            </a:r>
          </a:p>
          <a:p>
            <a:endParaRPr lang="en-US" sz="1600" b="0" dirty="0">
              <a:solidFill>
                <a:schemeClr val="bg1">
                  <a:lumMod val="75000"/>
                </a:schemeClr>
              </a:solidFill>
            </a:endParaRPr>
          </a:p>
          <a:p>
            <a:r>
              <a:rPr lang="en-US" sz="1600" b="0" dirty="0">
                <a:solidFill>
                  <a:schemeClr val="bg1">
                    <a:lumMod val="75000"/>
                  </a:schemeClr>
                </a:solidFill>
              </a:rPr>
              <a:t>CONTACT</a:t>
            </a:r>
          </a:p>
        </p:txBody>
      </p:sp>
      <p:pic>
        <p:nvPicPr>
          <p:cNvPr id="8" name="Picture 7">
            <a:extLst>
              <a:ext uri="{FF2B5EF4-FFF2-40B4-BE49-F238E27FC236}">
                <a16:creationId xmlns:a16="http://schemas.microsoft.com/office/drawing/2014/main" id="{8D26FB62-0286-0EDE-4CEC-857DCDF94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7632" y="3009542"/>
            <a:ext cx="87242" cy="294962"/>
          </a:xfrm>
          <a:prstGeom prst="rect">
            <a:avLst/>
          </a:prstGeom>
        </p:spPr>
      </p:pic>
      <p:pic>
        <p:nvPicPr>
          <p:cNvPr id="10" name="Picture 9">
            <a:extLst>
              <a:ext uri="{FF2B5EF4-FFF2-40B4-BE49-F238E27FC236}">
                <a16:creationId xmlns:a16="http://schemas.microsoft.com/office/drawing/2014/main" id="{F33D95C8-4D69-3A06-CCF5-BE9C9EEBB4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9779" y="3985868"/>
            <a:ext cx="87242" cy="294962"/>
          </a:xfrm>
          <a:prstGeom prst="rect">
            <a:avLst/>
          </a:prstGeom>
        </p:spPr>
      </p:pic>
      <p:pic>
        <p:nvPicPr>
          <p:cNvPr id="11" name="Picture 10">
            <a:extLst>
              <a:ext uri="{FF2B5EF4-FFF2-40B4-BE49-F238E27FC236}">
                <a16:creationId xmlns:a16="http://schemas.microsoft.com/office/drawing/2014/main" id="{DA56ECE7-9409-AFB6-CF8B-0A1FA6D2FF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59745" y="4962194"/>
            <a:ext cx="159945" cy="294963"/>
          </a:xfrm>
          <a:prstGeom prst="rect">
            <a:avLst/>
          </a:prstGeom>
        </p:spPr>
      </p:pic>
      <p:pic>
        <p:nvPicPr>
          <p:cNvPr id="12" name="Picture 11">
            <a:extLst>
              <a:ext uri="{FF2B5EF4-FFF2-40B4-BE49-F238E27FC236}">
                <a16:creationId xmlns:a16="http://schemas.microsoft.com/office/drawing/2014/main" id="{EE709FFC-1060-3648-E594-5950155D48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7632" y="3497705"/>
            <a:ext cx="87242" cy="294962"/>
          </a:xfrm>
          <a:prstGeom prst="rect">
            <a:avLst/>
          </a:prstGeom>
        </p:spPr>
      </p:pic>
      <p:pic>
        <p:nvPicPr>
          <p:cNvPr id="13" name="Picture 12">
            <a:extLst>
              <a:ext uri="{FF2B5EF4-FFF2-40B4-BE49-F238E27FC236}">
                <a16:creationId xmlns:a16="http://schemas.microsoft.com/office/drawing/2014/main" id="{63318995-F3E1-B1AF-45EC-121AFD02E1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1808" y="4474031"/>
            <a:ext cx="87242" cy="294962"/>
          </a:xfrm>
          <a:prstGeom prst="rect">
            <a:avLst/>
          </a:prstGeom>
        </p:spPr>
      </p:pic>
      <p:pic>
        <p:nvPicPr>
          <p:cNvPr id="17" name="Picture 16">
            <a:extLst>
              <a:ext uri="{FF2B5EF4-FFF2-40B4-BE49-F238E27FC236}">
                <a16:creationId xmlns:a16="http://schemas.microsoft.com/office/drawing/2014/main" id="{581CC920-8127-F182-014E-6C0566EC89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979" y="804870"/>
            <a:ext cx="1420013" cy="1437108"/>
          </a:xfrm>
          <a:prstGeom prst="rect">
            <a:avLst/>
          </a:prstGeom>
        </p:spPr>
      </p:pic>
      <p:grpSp>
        <p:nvGrpSpPr>
          <p:cNvPr id="24" name="Group 23">
            <a:extLst>
              <a:ext uri="{FF2B5EF4-FFF2-40B4-BE49-F238E27FC236}">
                <a16:creationId xmlns:a16="http://schemas.microsoft.com/office/drawing/2014/main" id="{7CE367B6-863C-A364-52D3-C89975E10006}"/>
              </a:ext>
            </a:extLst>
          </p:cNvPr>
          <p:cNvGrpSpPr/>
          <p:nvPr/>
        </p:nvGrpSpPr>
        <p:grpSpPr>
          <a:xfrm>
            <a:off x="4562725" y="2597236"/>
            <a:ext cx="1880436" cy="1721035"/>
            <a:chOff x="575638" y="2210662"/>
            <a:chExt cx="1484856" cy="1447276"/>
          </a:xfrm>
          <a:scene3d>
            <a:camera prst="orthographicFront"/>
            <a:lightRig rig="flat" dir="t"/>
          </a:scene3d>
        </p:grpSpPr>
        <p:sp>
          <p:nvSpPr>
            <p:cNvPr id="25" name="Rectangle: Rounded Corners 24">
              <a:extLst>
                <a:ext uri="{FF2B5EF4-FFF2-40B4-BE49-F238E27FC236}">
                  <a16:creationId xmlns:a16="http://schemas.microsoft.com/office/drawing/2014/main" id="{90693A6E-5E19-F658-091A-49CC2E793084}"/>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26" name="Rectangle: Rounded Corners 4">
              <a:extLst>
                <a:ext uri="{FF2B5EF4-FFF2-40B4-BE49-F238E27FC236}">
                  <a16:creationId xmlns:a16="http://schemas.microsoft.com/office/drawing/2014/main" id="{4B5E428F-678C-371F-1CDD-519FFAC9091F}"/>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grpSp>
        <p:nvGrpSpPr>
          <p:cNvPr id="27" name="Group 26">
            <a:extLst>
              <a:ext uri="{FF2B5EF4-FFF2-40B4-BE49-F238E27FC236}">
                <a16:creationId xmlns:a16="http://schemas.microsoft.com/office/drawing/2014/main" id="{249B1991-2805-B262-601B-6E8BA1342C2D}"/>
              </a:ext>
            </a:extLst>
          </p:cNvPr>
          <p:cNvGrpSpPr/>
          <p:nvPr/>
        </p:nvGrpSpPr>
        <p:grpSpPr>
          <a:xfrm>
            <a:off x="4562725" y="4484295"/>
            <a:ext cx="1880436" cy="1721035"/>
            <a:chOff x="575638" y="2210662"/>
            <a:chExt cx="1484856" cy="1447276"/>
          </a:xfrm>
          <a:scene3d>
            <a:camera prst="orthographicFront"/>
            <a:lightRig rig="flat" dir="t"/>
          </a:scene3d>
        </p:grpSpPr>
        <p:sp>
          <p:nvSpPr>
            <p:cNvPr id="33" name="Rectangle: Rounded Corners 32">
              <a:extLst>
                <a:ext uri="{FF2B5EF4-FFF2-40B4-BE49-F238E27FC236}">
                  <a16:creationId xmlns:a16="http://schemas.microsoft.com/office/drawing/2014/main" id="{D0A64460-1694-3A1C-BFD8-479350CDF6F0}"/>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34" name="Rectangle: Rounded Corners 4">
              <a:extLst>
                <a:ext uri="{FF2B5EF4-FFF2-40B4-BE49-F238E27FC236}">
                  <a16:creationId xmlns:a16="http://schemas.microsoft.com/office/drawing/2014/main" id="{429ADA76-581D-70E2-F729-AC09F9CE649D}"/>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grpSp>
        <p:nvGrpSpPr>
          <p:cNvPr id="35" name="Group 34">
            <a:extLst>
              <a:ext uri="{FF2B5EF4-FFF2-40B4-BE49-F238E27FC236}">
                <a16:creationId xmlns:a16="http://schemas.microsoft.com/office/drawing/2014/main" id="{0217A0B1-3941-8D41-EF2C-D07C0ED4AAC7}"/>
              </a:ext>
            </a:extLst>
          </p:cNvPr>
          <p:cNvGrpSpPr/>
          <p:nvPr/>
        </p:nvGrpSpPr>
        <p:grpSpPr>
          <a:xfrm>
            <a:off x="6686165" y="701040"/>
            <a:ext cx="1880436" cy="1721035"/>
            <a:chOff x="575638" y="2210662"/>
            <a:chExt cx="1484856" cy="1447276"/>
          </a:xfrm>
          <a:scene3d>
            <a:camera prst="orthographicFront"/>
            <a:lightRig rig="flat" dir="t"/>
          </a:scene3d>
        </p:grpSpPr>
        <p:sp>
          <p:nvSpPr>
            <p:cNvPr id="38" name="Rectangle: Rounded Corners 37">
              <a:extLst>
                <a:ext uri="{FF2B5EF4-FFF2-40B4-BE49-F238E27FC236}">
                  <a16:creationId xmlns:a16="http://schemas.microsoft.com/office/drawing/2014/main" id="{C7EFF51D-F164-0D32-B657-F396E97F8574}"/>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39" name="Rectangle: Rounded Corners 4">
              <a:extLst>
                <a:ext uri="{FF2B5EF4-FFF2-40B4-BE49-F238E27FC236}">
                  <a16:creationId xmlns:a16="http://schemas.microsoft.com/office/drawing/2014/main" id="{2CCAA95F-43E4-C85E-B05F-B9FA3EB1D780}"/>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grpSp>
        <p:nvGrpSpPr>
          <p:cNvPr id="50" name="Group 49">
            <a:extLst>
              <a:ext uri="{FF2B5EF4-FFF2-40B4-BE49-F238E27FC236}">
                <a16:creationId xmlns:a16="http://schemas.microsoft.com/office/drawing/2014/main" id="{EA8A5E5F-B93C-0C64-9EE9-30216E8886B9}"/>
              </a:ext>
            </a:extLst>
          </p:cNvPr>
          <p:cNvGrpSpPr/>
          <p:nvPr/>
        </p:nvGrpSpPr>
        <p:grpSpPr>
          <a:xfrm>
            <a:off x="6686165" y="2597236"/>
            <a:ext cx="1880436" cy="1721035"/>
            <a:chOff x="575638" y="2210662"/>
            <a:chExt cx="1484856" cy="1447276"/>
          </a:xfrm>
          <a:scene3d>
            <a:camera prst="orthographicFront"/>
            <a:lightRig rig="flat" dir="t"/>
          </a:scene3d>
        </p:grpSpPr>
        <p:sp>
          <p:nvSpPr>
            <p:cNvPr id="51" name="Rectangle: Rounded Corners 50">
              <a:extLst>
                <a:ext uri="{FF2B5EF4-FFF2-40B4-BE49-F238E27FC236}">
                  <a16:creationId xmlns:a16="http://schemas.microsoft.com/office/drawing/2014/main" id="{772FB1ED-5559-AF51-21EE-5D7E1A5A651E}"/>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52" name="Rectangle: Rounded Corners 4">
              <a:extLst>
                <a:ext uri="{FF2B5EF4-FFF2-40B4-BE49-F238E27FC236}">
                  <a16:creationId xmlns:a16="http://schemas.microsoft.com/office/drawing/2014/main" id="{EC0EF7D1-D22F-C4BA-5DA4-9858E8ECCBCD}"/>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grpSp>
        <p:nvGrpSpPr>
          <p:cNvPr id="53" name="Group 52">
            <a:extLst>
              <a:ext uri="{FF2B5EF4-FFF2-40B4-BE49-F238E27FC236}">
                <a16:creationId xmlns:a16="http://schemas.microsoft.com/office/drawing/2014/main" id="{42DA974A-5527-0F28-942F-41DE51B5544B}"/>
              </a:ext>
            </a:extLst>
          </p:cNvPr>
          <p:cNvGrpSpPr/>
          <p:nvPr/>
        </p:nvGrpSpPr>
        <p:grpSpPr>
          <a:xfrm>
            <a:off x="6686165" y="4484295"/>
            <a:ext cx="1880436" cy="1721035"/>
            <a:chOff x="575638" y="2210662"/>
            <a:chExt cx="1484856" cy="1447276"/>
          </a:xfrm>
          <a:scene3d>
            <a:camera prst="orthographicFront"/>
            <a:lightRig rig="flat" dir="t"/>
          </a:scene3d>
        </p:grpSpPr>
        <p:sp>
          <p:nvSpPr>
            <p:cNvPr id="54" name="Rectangle: Rounded Corners 53">
              <a:extLst>
                <a:ext uri="{FF2B5EF4-FFF2-40B4-BE49-F238E27FC236}">
                  <a16:creationId xmlns:a16="http://schemas.microsoft.com/office/drawing/2014/main" id="{13780AF2-37EB-F3EA-3EF8-192CE69744C3}"/>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55" name="Rectangle: Rounded Corners 4">
              <a:extLst>
                <a:ext uri="{FF2B5EF4-FFF2-40B4-BE49-F238E27FC236}">
                  <a16:creationId xmlns:a16="http://schemas.microsoft.com/office/drawing/2014/main" id="{B6E3CA0C-7FA7-7162-74E9-F4280E6096C8}"/>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grpSp>
        <p:nvGrpSpPr>
          <p:cNvPr id="56" name="Group 55">
            <a:extLst>
              <a:ext uri="{FF2B5EF4-FFF2-40B4-BE49-F238E27FC236}">
                <a16:creationId xmlns:a16="http://schemas.microsoft.com/office/drawing/2014/main" id="{2BA7902F-1789-173D-2E82-89E7C8522420}"/>
              </a:ext>
            </a:extLst>
          </p:cNvPr>
          <p:cNvGrpSpPr/>
          <p:nvPr/>
        </p:nvGrpSpPr>
        <p:grpSpPr>
          <a:xfrm>
            <a:off x="8834052" y="701040"/>
            <a:ext cx="1880436" cy="1721035"/>
            <a:chOff x="575638" y="2210662"/>
            <a:chExt cx="1484856" cy="1447276"/>
          </a:xfrm>
          <a:scene3d>
            <a:camera prst="orthographicFront"/>
            <a:lightRig rig="flat" dir="t"/>
          </a:scene3d>
        </p:grpSpPr>
        <p:sp>
          <p:nvSpPr>
            <p:cNvPr id="57" name="Rectangle: Rounded Corners 56">
              <a:extLst>
                <a:ext uri="{FF2B5EF4-FFF2-40B4-BE49-F238E27FC236}">
                  <a16:creationId xmlns:a16="http://schemas.microsoft.com/office/drawing/2014/main" id="{E49938E0-D523-8953-419A-5039C7DA4F24}"/>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58" name="Rectangle: Rounded Corners 4">
              <a:extLst>
                <a:ext uri="{FF2B5EF4-FFF2-40B4-BE49-F238E27FC236}">
                  <a16:creationId xmlns:a16="http://schemas.microsoft.com/office/drawing/2014/main" id="{6C9EE935-469C-C5E7-78B3-35158B6BFF64}"/>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grpSp>
        <p:nvGrpSpPr>
          <p:cNvPr id="59" name="Group 58">
            <a:extLst>
              <a:ext uri="{FF2B5EF4-FFF2-40B4-BE49-F238E27FC236}">
                <a16:creationId xmlns:a16="http://schemas.microsoft.com/office/drawing/2014/main" id="{9DA6BE1F-6EBB-91CB-FE87-0CBC82FF379B}"/>
              </a:ext>
            </a:extLst>
          </p:cNvPr>
          <p:cNvGrpSpPr/>
          <p:nvPr/>
        </p:nvGrpSpPr>
        <p:grpSpPr>
          <a:xfrm>
            <a:off x="8834052" y="2597236"/>
            <a:ext cx="1880436" cy="1721035"/>
            <a:chOff x="575638" y="2210662"/>
            <a:chExt cx="1484856" cy="1447276"/>
          </a:xfrm>
          <a:scene3d>
            <a:camera prst="orthographicFront"/>
            <a:lightRig rig="flat" dir="t"/>
          </a:scene3d>
        </p:grpSpPr>
        <p:sp>
          <p:nvSpPr>
            <p:cNvPr id="60" name="Rectangle: Rounded Corners 59">
              <a:extLst>
                <a:ext uri="{FF2B5EF4-FFF2-40B4-BE49-F238E27FC236}">
                  <a16:creationId xmlns:a16="http://schemas.microsoft.com/office/drawing/2014/main" id="{D321A336-61BA-E977-EEA2-714C8D2DACF9}"/>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61" name="Rectangle: Rounded Corners 4">
              <a:extLst>
                <a:ext uri="{FF2B5EF4-FFF2-40B4-BE49-F238E27FC236}">
                  <a16:creationId xmlns:a16="http://schemas.microsoft.com/office/drawing/2014/main" id="{027D3A0C-4896-1923-3819-6BDD04C0A2F6}"/>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grpSp>
        <p:nvGrpSpPr>
          <p:cNvPr id="62" name="Group 61">
            <a:extLst>
              <a:ext uri="{FF2B5EF4-FFF2-40B4-BE49-F238E27FC236}">
                <a16:creationId xmlns:a16="http://schemas.microsoft.com/office/drawing/2014/main" id="{C706CDEA-FDD7-7122-7AFB-B08E5219A7BC}"/>
              </a:ext>
            </a:extLst>
          </p:cNvPr>
          <p:cNvGrpSpPr/>
          <p:nvPr/>
        </p:nvGrpSpPr>
        <p:grpSpPr>
          <a:xfrm>
            <a:off x="8834052" y="4484295"/>
            <a:ext cx="1880436" cy="1721035"/>
            <a:chOff x="575638" y="2210662"/>
            <a:chExt cx="1484856" cy="1447276"/>
          </a:xfrm>
          <a:scene3d>
            <a:camera prst="orthographicFront"/>
            <a:lightRig rig="flat" dir="t"/>
          </a:scene3d>
        </p:grpSpPr>
        <p:sp>
          <p:nvSpPr>
            <p:cNvPr id="63" name="Rectangle: Rounded Corners 62">
              <a:extLst>
                <a:ext uri="{FF2B5EF4-FFF2-40B4-BE49-F238E27FC236}">
                  <a16:creationId xmlns:a16="http://schemas.microsoft.com/office/drawing/2014/main" id="{40814ADB-DC58-CA92-EFB2-2A0B8E80CC8E}"/>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64" name="Rectangle: Rounded Corners 4">
              <a:extLst>
                <a:ext uri="{FF2B5EF4-FFF2-40B4-BE49-F238E27FC236}">
                  <a16:creationId xmlns:a16="http://schemas.microsoft.com/office/drawing/2014/main" id="{7717C148-587D-BAB2-7FD9-D15F44232DDA}"/>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4725" dirty="0">
                  <a:solidFill>
                    <a:srgbClr val="7F99AD"/>
                  </a:solidFill>
                </a:rPr>
                <a:t>pic</a:t>
              </a:r>
            </a:p>
          </p:txBody>
        </p:sp>
      </p:grpSp>
      <p:cxnSp>
        <p:nvCxnSpPr>
          <p:cNvPr id="15" name="Straight Connector 14">
            <a:extLst>
              <a:ext uri="{FF2B5EF4-FFF2-40B4-BE49-F238E27FC236}">
                <a16:creationId xmlns:a16="http://schemas.microsoft.com/office/drawing/2014/main" id="{F4290DF5-430C-5052-79BA-1687826362C3}"/>
              </a:ext>
            </a:extLst>
          </p:cNvPr>
          <p:cNvCxnSpPr>
            <a:cxnSpLocks/>
          </p:cNvCxnSpPr>
          <p:nvPr/>
        </p:nvCxnSpPr>
        <p:spPr>
          <a:xfrm>
            <a:off x="2151513" y="668239"/>
            <a:ext cx="0" cy="5884965"/>
          </a:xfrm>
          <a:prstGeom prst="line">
            <a:avLst/>
          </a:prstGeom>
          <a:ln>
            <a:solidFill>
              <a:srgbClr val="36867B"/>
            </a:solidFill>
          </a:ln>
        </p:spPr>
        <p:style>
          <a:lnRef idx="2">
            <a:schemeClr val="dk1"/>
          </a:lnRef>
          <a:fillRef idx="0">
            <a:schemeClr val="dk1"/>
          </a:fillRef>
          <a:effectRef idx="1">
            <a:schemeClr val="dk1"/>
          </a:effectRef>
          <a:fontRef idx="minor">
            <a:schemeClr val="tx1"/>
          </a:fontRef>
        </p:style>
      </p:cxnSp>
      <p:sp>
        <p:nvSpPr>
          <p:cNvPr id="16" name="Rectangle 15">
            <a:extLst>
              <a:ext uri="{FF2B5EF4-FFF2-40B4-BE49-F238E27FC236}">
                <a16:creationId xmlns:a16="http://schemas.microsoft.com/office/drawing/2014/main" id="{AECEB2B6-B3F5-1AB0-D560-FAF338A57C8A}"/>
              </a:ext>
            </a:extLst>
          </p:cNvPr>
          <p:cNvSpPr/>
          <p:nvPr/>
        </p:nvSpPr>
        <p:spPr>
          <a:xfrm>
            <a:off x="1822522" y="6299512"/>
            <a:ext cx="717383" cy="294962"/>
          </a:xfrm>
          <a:prstGeom prst="rect">
            <a:avLst/>
          </a:prstGeom>
          <a:noFill/>
          <a:ln w="7620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a-IR" sz="1050" dirty="0">
                <a:solidFill>
                  <a:schemeClr val="tx1"/>
                </a:solidFill>
                <a:latin typeface="Sahel" panose="020B0603030804020204" pitchFamily="34" charset="-78"/>
                <a:cs typeface="Sahel" panose="020B0603030804020204" pitchFamily="34" charset="-78"/>
              </a:rPr>
              <a:t>فا</a:t>
            </a:r>
            <a:r>
              <a:rPr lang="en-US" sz="1050" dirty="0">
                <a:solidFill>
                  <a:schemeClr val="tx1"/>
                </a:solidFill>
              </a:rPr>
              <a:t> </a:t>
            </a:r>
            <a:r>
              <a:rPr lang="fa-IR" sz="1050" dirty="0">
                <a:solidFill>
                  <a:schemeClr val="tx1"/>
                </a:solidFill>
              </a:rPr>
              <a:t>  </a:t>
            </a:r>
            <a:r>
              <a:rPr lang="en-US" sz="1125" dirty="0">
                <a:solidFill>
                  <a:schemeClr val="tx1"/>
                </a:solidFill>
                <a:latin typeface="AvantGarde"/>
              </a:rPr>
              <a:t>En</a:t>
            </a:r>
          </a:p>
        </p:txBody>
      </p:sp>
      <p:sp>
        <p:nvSpPr>
          <p:cNvPr id="18" name="TextBox 17">
            <a:extLst>
              <a:ext uri="{FF2B5EF4-FFF2-40B4-BE49-F238E27FC236}">
                <a16:creationId xmlns:a16="http://schemas.microsoft.com/office/drawing/2014/main" id="{83CAECD1-49D8-4830-6C24-29566C4D06A0}"/>
              </a:ext>
            </a:extLst>
          </p:cNvPr>
          <p:cNvSpPr txBox="1"/>
          <p:nvPr/>
        </p:nvSpPr>
        <p:spPr>
          <a:xfrm>
            <a:off x="1682504" y="362037"/>
            <a:ext cx="929620" cy="338554"/>
          </a:xfrm>
          <a:prstGeom prst="rect">
            <a:avLst/>
          </a:prstGeom>
          <a:noFill/>
        </p:spPr>
        <p:txBody>
          <a:bodyPr wrap="square" rtlCol="0">
            <a:spAutoFit/>
          </a:bodyPr>
          <a:lstStyle/>
          <a:p>
            <a:pPr algn="ctr"/>
            <a:r>
              <a:rPr lang="en-US" sz="1600" b="1" dirty="0">
                <a:latin typeface="AvantGarde"/>
              </a:rPr>
              <a:t>RA</a:t>
            </a:r>
            <a:r>
              <a:rPr lang="en-US" sz="1600" b="1" dirty="0">
                <a:solidFill>
                  <a:srgbClr val="1A8C85"/>
                </a:solidFill>
                <a:latin typeface="AvantGarde"/>
              </a:rPr>
              <a:t>Z</a:t>
            </a:r>
            <a:r>
              <a:rPr lang="en-US" sz="1600" b="1" dirty="0">
                <a:latin typeface="AvantGarde"/>
              </a:rPr>
              <a:t>AN</a:t>
            </a:r>
          </a:p>
        </p:txBody>
      </p:sp>
    </p:spTree>
    <p:extLst>
      <p:ext uri="{BB962C8B-B14F-4D97-AF65-F5344CB8AC3E}">
        <p14:creationId xmlns:p14="http://schemas.microsoft.com/office/powerpoint/2010/main" val="55771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 grpId="0"/>
      <p:bldP spid="16" grpId="0" animBg="1"/>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34A7BBE-B637-13B6-E739-BC84ECB52B45}"/>
              </a:ext>
            </a:extLst>
          </p:cNvPr>
          <p:cNvGrpSpPr/>
          <p:nvPr/>
        </p:nvGrpSpPr>
        <p:grpSpPr>
          <a:xfrm>
            <a:off x="5058037" y="2814911"/>
            <a:ext cx="925730" cy="847257"/>
            <a:chOff x="575638" y="2210662"/>
            <a:chExt cx="1484856" cy="1447276"/>
          </a:xfrm>
          <a:scene3d>
            <a:camera prst="orthographicFront"/>
            <a:lightRig rig="flat" dir="t"/>
          </a:scene3d>
        </p:grpSpPr>
        <p:sp>
          <p:nvSpPr>
            <p:cNvPr id="13" name="Rectangle: Rounded Corners 12">
              <a:extLst>
                <a:ext uri="{FF2B5EF4-FFF2-40B4-BE49-F238E27FC236}">
                  <a16:creationId xmlns:a16="http://schemas.microsoft.com/office/drawing/2014/main" id="{F8025B0A-815C-3F1F-0ADF-D1E9B40F94B9}"/>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4" name="Rectangle: Rounded Corners 4">
              <a:extLst>
                <a:ext uri="{FF2B5EF4-FFF2-40B4-BE49-F238E27FC236}">
                  <a16:creationId xmlns:a16="http://schemas.microsoft.com/office/drawing/2014/main" id="{8480E728-2DDB-0BBE-920E-51CC279CE1D9}"/>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3300" dirty="0">
                  <a:solidFill>
                    <a:srgbClr val="FF0000"/>
                  </a:solidFill>
                </a:rPr>
                <a:t>pic</a:t>
              </a:r>
            </a:p>
          </p:txBody>
        </p:sp>
      </p:grpSp>
      <p:sp>
        <p:nvSpPr>
          <p:cNvPr id="53" name="TextBox 52">
            <a:extLst>
              <a:ext uri="{FF2B5EF4-FFF2-40B4-BE49-F238E27FC236}">
                <a16:creationId xmlns:a16="http://schemas.microsoft.com/office/drawing/2014/main" id="{ACB2388A-C656-1DD0-1171-551388BD684B}"/>
              </a:ext>
            </a:extLst>
          </p:cNvPr>
          <p:cNvSpPr txBox="1"/>
          <p:nvPr/>
        </p:nvSpPr>
        <p:spPr>
          <a:xfrm>
            <a:off x="4393062" y="1508298"/>
            <a:ext cx="5725633" cy="923330"/>
          </a:xfrm>
          <a:prstGeom prst="rect">
            <a:avLst/>
          </a:prstGeom>
          <a:noFill/>
        </p:spPr>
        <p:txBody>
          <a:bodyPr wrap="square" rtlCol="0">
            <a:spAutoFit/>
          </a:bodyPr>
          <a:lstStyle>
            <a:defPPr>
              <a:defRPr lang="en-US"/>
            </a:defPPr>
            <a:lvl1pPr>
              <a:defRPr b="1">
                <a:latin typeface="AvantGarde"/>
              </a:defRPr>
            </a:lvl1pPr>
          </a:lstStyle>
          <a:p>
            <a:pPr algn="just"/>
            <a:r>
              <a:rPr lang="en-US" sz="1350" b="0" dirty="0"/>
              <a:t>Sample text to use: Success seems to be connected with action. Successful people keep moving. They make mistakes but they don’t quit. When everything seems to be going against you, remember that the airplane takes off against the wind, not with it.</a:t>
            </a:r>
          </a:p>
        </p:txBody>
      </p:sp>
      <p:sp>
        <p:nvSpPr>
          <p:cNvPr id="54" name="TextBox 53">
            <a:extLst>
              <a:ext uri="{FF2B5EF4-FFF2-40B4-BE49-F238E27FC236}">
                <a16:creationId xmlns:a16="http://schemas.microsoft.com/office/drawing/2014/main" id="{BED3F2FB-B5B9-DA49-C117-C4483DB9FA5A}"/>
              </a:ext>
            </a:extLst>
          </p:cNvPr>
          <p:cNvSpPr txBox="1"/>
          <p:nvPr/>
        </p:nvSpPr>
        <p:spPr>
          <a:xfrm>
            <a:off x="6088792" y="2892292"/>
            <a:ext cx="3625612" cy="715581"/>
          </a:xfrm>
          <a:prstGeom prst="rect">
            <a:avLst/>
          </a:prstGeom>
          <a:noFill/>
        </p:spPr>
        <p:txBody>
          <a:bodyPr wrap="square" rtlCol="0">
            <a:spAutoFit/>
          </a:bodyPr>
          <a:lstStyle>
            <a:defPPr>
              <a:defRPr lang="en-US"/>
            </a:defPPr>
            <a:lvl1pPr>
              <a:defRPr b="1">
                <a:latin typeface="AvantGarde"/>
              </a:defRPr>
            </a:lvl1pPr>
          </a:lstStyle>
          <a:p>
            <a:pPr algn="just"/>
            <a:r>
              <a:rPr lang="en-US" sz="1350" b="0" dirty="0"/>
              <a:t>Sample text to use: Success seems to be connected with action. Successful people keep moving. </a:t>
            </a:r>
          </a:p>
        </p:txBody>
      </p:sp>
      <p:grpSp>
        <p:nvGrpSpPr>
          <p:cNvPr id="55" name="Group 54">
            <a:extLst>
              <a:ext uri="{FF2B5EF4-FFF2-40B4-BE49-F238E27FC236}">
                <a16:creationId xmlns:a16="http://schemas.microsoft.com/office/drawing/2014/main" id="{F98378D3-5F5C-56CF-8B5A-9D16B66B19E1}"/>
              </a:ext>
            </a:extLst>
          </p:cNvPr>
          <p:cNvGrpSpPr/>
          <p:nvPr/>
        </p:nvGrpSpPr>
        <p:grpSpPr>
          <a:xfrm>
            <a:off x="5065246" y="3753198"/>
            <a:ext cx="925730" cy="847257"/>
            <a:chOff x="575638" y="2210662"/>
            <a:chExt cx="1484856" cy="1447276"/>
          </a:xfrm>
          <a:scene3d>
            <a:camera prst="orthographicFront"/>
            <a:lightRig rig="flat" dir="t"/>
          </a:scene3d>
        </p:grpSpPr>
        <p:sp>
          <p:nvSpPr>
            <p:cNvPr id="56" name="Rectangle: Rounded Corners 55">
              <a:extLst>
                <a:ext uri="{FF2B5EF4-FFF2-40B4-BE49-F238E27FC236}">
                  <a16:creationId xmlns:a16="http://schemas.microsoft.com/office/drawing/2014/main" id="{498DF96F-B286-AF0B-0275-BC22FC70D57B}"/>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57" name="Rectangle: Rounded Corners 4">
              <a:extLst>
                <a:ext uri="{FF2B5EF4-FFF2-40B4-BE49-F238E27FC236}">
                  <a16:creationId xmlns:a16="http://schemas.microsoft.com/office/drawing/2014/main" id="{CA46F310-D7E2-1FBA-8405-72812AC67FEF}"/>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3300" dirty="0">
                  <a:solidFill>
                    <a:srgbClr val="FF0000"/>
                  </a:solidFill>
                </a:rPr>
                <a:t>pic</a:t>
              </a:r>
            </a:p>
          </p:txBody>
        </p:sp>
      </p:grpSp>
      <p:sp>
        <p:nvSpPr>
          <p:cNvPr id="58" name="TextBox 57">
            <a:extLst>
              <a:ext uri="{FF2B5EF4-FFF2-40B4-BE49-F238E27FC236}">
                <a16:creationId xmlns:a16="http://schemas.microsoft.com/office/drawing/2014/main" id="{838C39E3-846B-B1F1-3932-9DBF06936314}"/>
              </a:ext>
            </a:extLst>
          </p:cNvPr>
          <p:cNvSpPr txBox="1"/>
          <p:nvPr/>
        </p:nvSpPr>
        <p:spPr>
          <a:xfrm>
            <a:off x="6096000" y="3830578"/>
            <a:ext cx="3625612" cy="715581"/>
          </a:xfrm>
          <a:prstGeom prst="rect">
            <a:avLst/>
          </a:prstGeom>
          <a:noFill/>
        </p:spPr>
        <p:txBody>
          <a:bodyPr wrap="square" rtlCol="0">
            <a:spAutoFit/>
          </a:bodyPr>
          <a:lstStyle>
            <a:defPPr>
              <a:defRPr lang="en-US"/>
            </a:defPPr>
            <a:lvl1pPr>
              <a:defRPr b="1">
                <a:latin typeface="AvantGarde"/>
              </a:defRPr>
            </a:lvl1pPr>
          </a:lstStyle>
          <a:p>
            <a:pPr algn="just"/>
            <a:r>
              <a:rPr lang="en-US" sz="1350" b="0" dirty="0"/>
              <a:t>Sample text to use: Success seems to be connected with action. Successful people keep moving. </a:t>
            </a:r>
          </a:p>
        </p:txBody>
      </p:sp>
      <p:grpSp>
        <p:nvGrpSpPr>
          <p:cNvPr id="59" name="Group 58">
            <a:extLst>
              <a:ext uri="{FF2B5EF4-FFF2-40B4-BE49-F238E27FC236}">
                <a16:creationId xmlns:a16="http://schemas.microsoft.com/office/drawing/2014/main" id="{33928E9C-C128-73D8-2F3B-8C8F3A98607E}"/>
              </a:ext>
            </a:extLst>
          </p:cNvPr>
          <p:cNvGrpSpPr/>
          <p:nvPr/>
        </p:nvGrpSpPr>
        <p:grpSpPr>
          <a:xfrm>
            <a:off x="5058037" y="4680631"/>
            <a:ext cx="925730" cy="847257"/>
            <a:chOff x="575638" y="2210662"/>
            <a:chExt cx="1484856" cy="1447276"/>
          </a:xfrm>
          <a:scene3d>
            <a:camera prst="orthographicFront"/>
            <a:lightRig rig="flat" dir="t"/>
          </a:scene3d>
        </p:grpSpPr>
        <p:sp>
          <p:nvSpPr>
            <p:cNvPr id="60" name="Rectangle: Rounded Corners 59">
              <a:extLst>
                <a:ext uri="{FF2B5EF4-FFF2-40B4-BE49-F238E27FC236}">
                  <a16:creationId xmlns:a16="http://schemas.microsoft.com/office/drawing/2014/main" id="{0E7C08DE-89C9-0499-4D0A-5BAD0B2CF351}"/>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61" name="Rectangle: Rounded Corners 4">
              <a:extLst>
                <a:ext uri="{FF2B5EF4-FFF2-40B4-BE49-F238E27FC236}">
                  <a16:creationId xmlns:a16="http://schemas.microsoft.com/office/drawing/2014/main" id="{A8496DEF-5F6D-4C9C-70D8-FF7A0A76A235}"/>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en-US" sz="3300" dirty="0">
                  <a:solidFill>
                    <a:srgbClr val="FF0000"/>
                  </a:solidFill>
                </a:rPr>
                <a:t>pic</a:t>
              </a:r>
            </a:p>
          </p:txBody>
        </p:sp>
      </p:grpSp>
      <p:sp>
        <p:nvSpPr>
          <p:cNvPr id="62" name="TextBox 61">
            <a:extLst>
              <a:ext uri="{FF2B5EF4-FFF2-40B4-BE49-F238E27FC236}">
                <a16:creationId xmlns:a16="http://schemas.microsoft.com/office/drawing/2014/main" id="{10421BED-319F-F077-6140-F98268960C91}"/>
              </a:ext>
            </a:extLst>
          </p:cNvPr>
          <p:cNvSpPr txBox="1"/>
          <p:nvPr/>
        </p:nvSpPr>
        <p:spPr>
          <a:xfrm>
            <a:off x="6088792" y="4758011"/>
            <a:ext cx="3625612" cy="715581"/>
          </a:xfrm>
          <a:prstGeom prst="rect">
            <a:avLst/>
          </a:prstGeom>
          <a:noFill/>
        </p:spPr>
        <p:txBody>
          <a:bodyPr wrap="square" rtlCol="0">
            <a:spAutoFit/>
          </a:bodyPr>
          <a:lstStyle>
            <a:defPPr>
              <a:defRPr lang="en-US"/>
            </a:defPPr>
            <a:lvl1pPr>
              <a:defRPr b="1">
                <a:latin typeface="AvantGarde"/>
              </a:defRPr>
            </a:lvl1pPr>
          </a:lstStyle>
          <a:p>
            <a:pPr algn="just"/>
            <a:r>
              <a:rPr lang="en-US" sz="1350" b="0" dirty="0"/>
              <a:t>Sample text to use: Success seems to be connected with action. Successful people keep moving. </a:t>
            </a:r>
          </a:p>
        </p:txBody>
      </p:sp>
      <p:sp>
        <p:nvSpPr>
          <p:cNvPr id="6" name="TextBox 5">
            <a:extLst>
              <a:ext uri="{FF2B5EF4-FFF2-40B4-BE49-F238E27FC236}">
                <a16:creationId xmlns:a16="http://schemas.microsoft.com/office/drawing/2014/main" id="{6E466BF8-729D-B2B2-0872-91B0580CC608}"/>
              </a:ext>
            </a:extLst>
          </p:cNvPr>
          <p:cNvSpPr txBox="1"/>
          <p:nvPr/>
        </p:nvSpPr>
        <p:spPr>
          <a:xfrm>
            <a:off x="2163228" y="3001195"/>
            <a:ext cx="1123410" cy="2308324"/>
          </a:xfrm>
          <a:prstGeom prst="rect">
            <a:avLst/>
          </a:prstGeom>
          <a:noFill/>
        </p:spPr>
        <p:txBody>
          <a:bodyPr wrap="square" rtlCol="0">
            <a:spAutoFit/>
          </a:bodyPr>
          <a:lstStyle>
            <a:defPPr>
              <a:defRPr lang="en-US"/>
            </a:defPPr>
            <a:lvl1pPr>
              <a:defRPr b="1">
                <a:latin typeface="AvantGarde"/>
              </a:defRPr>
            </a:lvl1pPr>
          </a:lstStyle>
          <a:p>
            <a:r>
              <a:rPr lang="en-US" sz="1600" b="0" dirty="0">
                <a:solidFill>
                  <a:schemeClr val="bg1">
                    <a:lumMod val="75000"/>
                  </a:schemeClr>
                </a:solidFill>
              </a:rPr>
              <a:t>HOME</a:t>
            </a:r>
          </a:p>
          <a:p>
            <a:endParaRPr lang="en-US" sz="1600" b="0" dirty="0"/>
          </a:p>
          <a:p>
            <a:r>
              <a:rPr lang="en-US" sz="1600" b="0" dirty="0">
                <a:solidFill>
                  <a:schemeClr val="bg1">
                    <a:lumMod val="75000"/>
                  </a:schemeClr>
                </a:solidFill>
              </a:rPr>
              <a:t>NEWS</a:t>
            </a:r>
          </a:p>
          <a:p>
            <a:endParaRPr lang="en-US" sz="1600" b="0" dirty="0">
              <a:solidFill>
                <a:schemeClr val="bg1">
                  <a:lumMod val="75000"/>
                </a:schemeClr>
              </a:solidFill>
            </a:endParaRPr>
          </a:p>
          <a:p>
            <a:r>
              <a:rPr lang="en-US" sz="1600" b="0" dirty="0">
                <a:solidFill>
                  <a:schemeClr val="bg1">
                    <a:lumMod val="75000"/>
                  </a:schemeClr>
                </a:solidFill>
              </a:rPr>
              <a:t>PROJECTS</a:t>
            </a:r>
          </a:p>
          <a:p>
            <a:endParaRPr lang="en-US" sz="1600" b="0" dirty="0">
              <a:solidFill>
                <a:schemeClr val="bg1">
                  <a:lumMod val="75000"/>
                </a:schemeClr>
              </a:solidFill>
            </a:endParaRPr>
          </a:p>
          <a:p>
            <a:r>
              <a:rPr lang="en-US" sz="1600" b="0" dirty="0"/>
              <a:t>ABOUT</a:t>
            </a:r>
          </a:p>
          <a:p>
            <a:endParaRPr lang="en-US" sz="1600" b="0" dirty="0">
              <a:solidFill>
                <a:schemeClr val="bg1">
                  <a:lumMod val="75000"/>
                </a:schemeClr>
              </a:solidFill>
            </a:endParaRPr>
          </a:p>
          <a:p>
            <a:r>
              <a:rPr lang="en-US" sz="1600" b="0" dirty="0">
                <a:solidFill>
                  <a:schemeClr val="bg1">
                    <a:lumMod val="75000"/>
                  </a:schemeClr>
                </a:solidFill>
              </a:rPr>
              <a:t>CONTACT</a:t>
            </a:r>
          </a:p>
        </p:txBody>
      </p:sp>
      <p:pic>
        <p:nvPicPr>
          <p:cNvPr id="7" name="Picture 6">
            <a:extLst>
              <a:ext uri="{FF2B5EF4-FFF2-40B4-BE49-F238E27FC236}">
                <a16:creationId xmlns:a16="http://schemas.microsoft.com/office/drawing/2014/main" id="{A74976EB-99F4-FBA8-AE8E-F3B32B94B0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7632" y="3009542"/>
            <a:ext cx="87242" cy="294962"/>
          </a:xfrm>
          <a:prstGeom prst="rect">
            <a:avLst/>
          </a:prstGeom>
        </p:spPr>
      </p:pic>
      <p:pic>
        <p:nvPicPr>
          <p:cNvPr id="8" name="Picture 7">
            <a:extLst>
              <a:ext uri="{FF2B5EF4-FFF2-40B4-BE49-F238E27FC236}">
                <a16:creationId xmlns:a16="http://schemas.microsoft.com/office/drawing/2014/main" id="{8A530BFE-1A07-E404-0EA4-E793DC2930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9779" y="3985868"/>
            <a:ext cx="87242" cy="294962"/>
          </a:xfrm>
          <a:prstGeom prst="rect">
            <a:avLst/>
          </a:prstGeom>
        </p:spPr>
      </p:pic>
      <p:pic>
        <p:nvPicPr>
          <p:cNvPr id="9" name="Picture 8">
            <a:extLst>
              <a:ext uri="{FF2B5EF4-FFF2-40B4-BE49-F238E27FC236}">
                <a16:creationId xmlns:a16="http://schemas.microsoft.com/office/drawing/2014/main" id="{77F36280-0008-9BA4-C186-B4666B5FB2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59745" y="4962194"/>
            <a:ext cx="159945" cy="294963"/>
          </a:xfrm>
          <a:prstGeom prst="rect">
            <a:avLst/>
          </a:prstGeom>
        </p:spPr>
      </p:pic>
      <p:pic>
        <p:nvPicPr>
          <p:cNvPr id="10" name="Picture 9">
            <a:extLst>
              <a:ext uri="{FF2B5EF4-FFF2-40B4-BE49-F238E27FC236}">
                <a16:creationId xmlns:a16="http://schemas.microsoft.com/office/drawing/2014/main" id="{682742FF-40C9-D325-3433-54D8E55556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7632" y="3497705"/>
            <a:ext cx="87242" cy="294962"/>
          </a:xfrm>
          <a:prstGeom prst="rect">
            <a:avLst/>
          </a:prstGeom>
        </p:spPr>
      </p:pic>
      <p:pic>
        <p:nvPicPr>
          <p:cNvPr id="11" name="Picture 10">
            <a:extLst>
              <a:ext uri="{FF2B5EF4-FFF2-40B4-BE49-F238E27FC236}">
                <a16:creationId xmlns:a16="http://schemas.microsoft.com/office/drawing/2014/main" id="{E9121621-9923-A66E-0440-D96AB3633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1808" y="4474031"/>
            <a:ext cx="87242" cy="294962"/>
          </a:xfrm>
          <a:prstGeom prst="rect">
            <a:avLst/>
          </a:prstGeom>
        </p:spPr>
      </p:pic>
      <p:pic>
        <p:nvPicPr>
          <p:cNvPr id="16" name="Picture 15">
            <a:extLst>
              <a:ext uri="{FF2B5EF4-FFF2-40B4-BE49-F238E27FC236}">
                <a16:creationId xmlns:a16="http://schemas.microsoft.com/office/drawing/2014/main" id="{48CBC717-5206-3174-1719-98429BCC45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979" y="804870"/>
            <a:ext cx="1420013" cy="1437108"/>
          </a:xfrm>
          <a:prstGeom prst="rect">
            <a:avLst/>
          </a:prstGeom>
        </p:spPr>
      </p:pic>
      <p:sp>
        <p:nvSpPr>
          <p:cNvPr id="17" name="TextBox 16">
            <a:extLst>
              <a:ext uri="{FF2B5EF4-FFF2-40B4-BE49-F238E27FC236}">
                <a16:creationId xmlns:a16="http://schemas.microsoft.com/office/drawing/2014/main" id="{A85F2D4C-682A-AB27-E87E-B05C4DD004B5}"/>
              </a:ext>
            </a:extLst>
          </p:cNvPr>
          <p:cNvSpPr txBox="1"/>
          <p:nvPr/>
        </p:nvSpPr>
        <p:spPr>
          <a:xfrm>
            <a:off x="206496" y="3361756"/>
            <a:ext cx="1331687" cy="1600438"/>
          </a:xfrm>
          <a:prstGeom prst="rect">
            <a:avLst/>
          </a:prstGeom>
          <a:noFill/>
        </p:spPr>
        <p:txBody>
          <a:bodyPr wrap="square" rtlCol="0">
            <a:spAutoFit/>
          </a:bodyPr>
          <a:lstStyle>
            <a:defPPr>
              <a:defRPr lang="en-US"/>
            </a:defPPr>
            <a:lvl1pPr>
              <a:defRPr b="1">
                <a:latin typeface="AvantGarde"/>
              </a:defRPr>
            </a:lvl1pPr>
          </a:lstStyle>
          <a:p>
            <a:r>
              <a:rPr lang="en-US" sz="1400" b="0" dirty="0"/>
              <a:t>Brand</a:t>
            </a:r>
          </a:p>
          <a:p>
            <a:r>
              <a:rPr lang="en-US" sz="1400" b="0" dirty="0"/>
              <a:t>Resume</a:t>
            </a:r>
          </a:p>
          <a:p>
            <a:r>
              <a:rPr lang="en-US" sz="1400" b="0" dirty="0"/>
              <a:t>Team now</a:t>
            </a:r>
          </a:p>
          <a:p>
            <a:r>
              <a:rPr lang="en-US" sz="1400" b="0" dirty="0"/>
              <a:t>Team history</a:t>
            </a:r>
          </a:p>
          <a:p>
            <a:r>
              <a:rPr lang="en-US" sz="1400" b="0" dirty="0"/>
              <a:t>Design</a:t>
            </a:r>
          </a:p>
          <a:p>
            <a:r>
              <a:rPr lang="en-US" sz="1400" b="0" dirty="0"/>
              <a:t>Construction</a:t>
            </a:r>
          </a:p>
          <a:p>
            <a:r>
              <a:rPr lang="en-US" sz="1400" b="0" dirty="0"/>
              <a:t>Competition</a:t>
            </a:r>
          </a:p>
        </p:txBody>
      </p:sp>
      <p:cxnSp>
        <p:nvCxnSpPr>
          <p:cNvPr id="5" name="Straight Connector 4">
            <a:extLst>
              <a:ext uri="{FF2B5EF4-FFF2-40B4-BE49-F238E27FC236}">
                <a16:creationId xmlns:a16="http://schemas.microsoft.com/office/drawing/2014/main" id="{EBA4373B-B29A-8E20-F295-B2351F579D89}"/>
              </a:ext>
            </a:extLst>
          </p:cNvPr>
          <p:cNvCxnSpPr>
            <a:cxnSpLocks/>
          </p:cNvCxnSpPr>
          <p:nvPr/>
        </p:nvCxnSpPr>
        <p:spPr>
          <a:xfrm>
            <a:off x="2151513" y="668239"/>
            <a:ext cx="0" cy="5884965"/>
          </a:xfrm>
          <a:prstGeom prst="line">
            <a:avLst/>
          </a:prstGeom>
          <a:ln>
            <a:solidFill>
              <a:srgbClr val="36867B"/>
            </a:solidFill>
          </a:ln>
        </p:spPr>
        <p:style>
          <a:lnRef idx="2">
            <a:schemeClr val="dk1"/>
          </a:lnRef>
          <a:fillRef idx="0">
            <a:schemeClr val="dk1"/>
          </a:fillRef>
          <a:effectRef idx="1">
            <a:schemeClr val="dk1"/>
          </a:effectRef>
          <a:fontRef idx="minor">
            <a:schemeClr val="tx1"/>
          </a:fontRef>
        </p:style>
      </p:cxnSp>
      <p:sp>
        <p:nvSpPr>
          <p:cNvPr id="15" name="Rectangle 14">
            <a:extLst>
              <a:ext uri="{FF2B5EF4-FFF2-40B4-BE49-F238E27FC236}">
                <a16:creationId xmlns:a16="http://schemas.microsoft.com/office/drawing/2014/main" id="{A9FF299F-CEBD-83D7-BFF5-F7D8C2B61852}"/>
              </a:ext>
            </a:extLst>
          </p:cNvPr>
          <p:cNvSpPr/>
          <p:nvPr/>
        </p:nvSpPr>
        <p:spPr>
          <a:xfrm>
            <a:off x="1822522" y="6299512"/>
            <a:ext cx="717383" cy="294962"/>
          </a:xfrm>
          <a:prstGeom prst="rect">
            <a:avLst/>
          </a:prstGeom>
          <a:noFill/>
          <a:ln w="7620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a-IR" sz="1050" dirty="0">
                <a:solidFill>
                  <a:schemeClr val="tx1"/>
                </a:solidFill>
                <a:latin typeface="Sahel" panose="020B0603030804020204" pitchFamily="34" charset="-78"/>
                <a:cs typeface="Sahel" panose="020B0603030804020204" pitchFamily="34" charset="-78"/>
              </a:rPr>
              <a:t>فا</a:t>
            </a:r>
            <a:r>
              <a:rPr lang="en-US" sz="1050" dirty="0">
                <a:solidFill>
                  <a:schemeClr val="tx1"/>
                </a:solidFill>
              </a:rPr>
              <a:t> </a:t>
            </a:r>
            <a:r>
              <a:rPr lang="fa-IR" sz="1050" dirty="0">
                <a:solidFill>
                  <a:schemeClr val="tx1"/>
                </a:solidFill>
              </a:rPr>
              <a:t>  </a:t>
            </a:r>
            <a:r>
              <a:rPr lang="en-US" sz="1125" dirty="0">
                <a:solidFill>
                  <a:schemeClr val="tx1"/>
                </a:solidFill>
                <a:latin typeface="AvantGarde"/>
              </a:rPr>
              <a:t>En</a:t>
            </a:r>
          </a:p>
        </p:txBody>
      </p:sp>
      <p:sp>
        <p:nvSpPr>
          <p:cNvPr id="18" name="TextBox 17">
            <a:extLst>
              <a:ext uri="{FF2B5EF4-FFF2-40B4-BE49-F238E27FC236}">
                <a16:creationId xmlns:a16="http://schemas.microsoft.com/office/drawing/2014/main" id="{E13718DE-721D-BBD8-5EE3-875850D200FE}"/>
              </a:ext>
            </a:extLst>
          </p:cNvPr>
          <p:cNvSpPr txBox="1"/>
          <p:nvPr/>
        </p:nvSpPr>
        <p:spPr>
          <a:xfrm>
            <a:off x="1682504" y="362037"/>
            <a:ext cx="929620" cy="338554"/>
          </a:xfrm>
          <a:prstGeom prst="rect">
            <a:avLst/>
          </a:prstGeom>
          <a:noFill/>
        </p:spPr>
        <p:txBody>
          <a:bodyPr wrap="square" rtlCol="0">
            <a:spAutoFit/>
          </a:bodyPr>
          <a:lstStyle/>
          <a:p>
            <a:pPr algn="ctr"/>
            <a:r>
              <a:rPr lang="en-US" sz="1600" b="1" dirty="0">
                <a:latin typeface="AvantGarde"/>
              </a:rPr>
              <a:t>RA</a:t>
            </a:r>
            <a:r>
              <a:rPr lang="en-US" sz="1600" b="1" dirty="0">
                <a:solidFill>
                  <a:srgbClr val="1A8C85"/>
                </a:solidFill>
                <a:latin typeface="AvantGarde"/>
              </a:rPr>
              <a:t>Z</a:t>
            </a:r>
            <a:r>
              <a:rPr lang="en-US" sz="1600" b="1" dirty="0">
                <a:latin typeface="AvantGarde"/>
              </a:rPr>
              <a:t>AN</a:t>
            </a:r>
          </a:p>
        </p:txBody>
      </p:sp>
    </p:spTree>
    <p:extLst>
      <p:ext uri="{BB962C8B-B14F-4D97-AF65-F5344CB8AC3E}">
        <p14:creationId xmlns:p14="http://schemas.microsoft.com/office/powerpoint/2010/main" val="13696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15"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CB0DE8-3065-6868-4845-BD0510473D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766" y="5418106"/>
            <a:ext cx="392663" cy="411816"/>
          </a:xfrm>
          <a:prstGeom prst="rect">
            <a:avLst/>
          </a:prstGeom>
        </p:spPr>
      </p:pic>
      <p:pic>
        <p:nvPicPr>
          <p:cNvPr id="5" name="Picture 4">
            <a:extLst>
              <a:ext uri="{FF2B5EF4-FFF2-40B4-BE49-F238E27FC236}">
                <a16:creationId xmlns:a16="http://schemas.microsoft.com/office/drawing/2014/main" id="{5FB3CED7-44DF-E62D-6562-7DB82C9CB6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766" y="5844711"/>
            <a:ext cx="450127" cy="402240"/>
          </a:xfrm>
          <a:prstGeom prst="rect">
            <a:avLst/>
          </a:prstGeom>
        </p:spPr>
      </p:pic>
      <p:sp>
        <p:nvSpPr>
          <p:cNvPr id="17" name="TextBox 16">
            <a:extLst>
              <a:ext uri="{FF2B5EF4-FFF2-40B4-BE49-F238E27FC236}">
                <a16:creationId xmlns:a16="http://schemas.microsoft.com/office/drawing/2014/main" id="{A8B7FB8A-B7F6-33FB-2C45-13007F45C957}"/>
              </a:ext>
            </a:extLst>
          </p:cNvPr>
          <p:cNvSpPr txBox="1"/>
          <p:nvPr/>
        </p:nvSpPr>
        <p:spPr>
          <a:xfrm>
            <a:off x="4821409" y="4956148"/>
            <a:ext cx="4546977" cy="1015663"/>
          </a:xfrm>
          <a:prstGeom prst="rect">
            <a:avLst/>
          </a:prstGeom>
          <a:noFill/>
        </p:spPr>
        <p:txBody>
          <a:bodyPr wrap="square" rtlCol="0">
            <a:spAutoFit/>
          </a:bodyPr>
          <a:lstStyle>
            <a:defPPr>
              <a:defRPr lang="en-US"/>
            </a:defPPr>
            <a:lvl1pPr>
              <a:defRPr b="1">
                <a:latin typeface="AvantGarde"/>
              </a:defRPr>
            </a:lvl1pPr>
          </a:lstStyle>
          <a:p>
            <a:pPr algn="just"/>
            <a:r>
              <a:rPr lang="en-US" sz="1500" b="0" dirty="0"/>
              <a:t>Tel: …………………………………………………………………………….. </a:t>
            </a:r>
          </a:p>
          <a:p>
            <a:pPr algn="just"/>
            <a:r>
              <a:rPr lang="en-US" sz="1500" b="0" dirty="0"/>
              <a:t>Mobile: ………………………………………………………………………</a:t>
            </a:r>
          </a:p>
          <a:p>
            <a:pPr algn="just"/>
            <a:r>
              <a:rPr lang="en-US" sz="1500" b="0" dirty="0"/>
              <a:t>Fax: ……………………………………………………………………….……</a:t>
            </a:r>
          </a:p>
          <a:p>
            <a:pPr algn="just"/>
            <a:r>
              <a:rPr lang="en-US" sz="1500" b="0" dirty="0"/>
              <a:t>Address: ……………………………………………………………………..</a:t>
            </a:r>
          </a:p>
        </p:txBody>
      </p:sp>
      <p:grpSp>
        <p:nvGrpSpPr>
          <p:cNvPr id="19" name="Group 18">
            <a:extLst>
              <a:ext uri="{FF2B5EF4-FFF2-40B4-BE49-F238E27FC236}">
                <a16:creationId xmlns:a16="http://schemas.microsoft.com/office/drawing/2014/main" id="{2B08A371-6851-DAF6-D655-F8BA7D7656E0}"/>
              </a:ext>
            </a:extLst>
          </p:cNvPr>
          <p:cNvGrpSpPr/>
          <p:nvPr/>
        </p:nvGrpSpPr>
        <p:grpSpPr>
          <a:xfrm>
            <a:off x="7465080" y="856846"/>
            <a:ext cx="2563692" cy="2428710"/>
            <a:chOff x="575638" y="2210662"/>
            <a:chExt cx="1484856" cy="1447276"/>
          </a:xfrm>
          <a:scene3d>
            <a:camera prst="orthographicFront"/>
            <a:lightRig rig="flat" dir="t"/>
          </a:scene3d>
        </p:grpSpPr>
        <p:sp>
          <p:nvSpPr>
            <p:cNvPr id="20" name="Rectangle: Rounded Corners 19">
              <a:extLst>
                <a:ext uri="{FF2B5EF4-FFF2-40B4-BE49-F238E27FC236}">
                  <a16:creationId xmlns:a16="http://schemas.microsoft.com/office/drawing/2014/main" id="{7901DD0C-49D3-AC92-7571-EADCC0FFA0F1}"/>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21" name="Rectangle: Rounded Corners 4">
              <a:extLst>
                <a:ext uri="{FF2B5EF4-FFF2-40B4-BE49-F238E27FC236}">
                  <a16:creationId xmlns:a16="http://schemas.microsoft.com/office/drawing/2014/main" id="{E3E4EB77-1D62-C60C-5B11-4C82B18FBE1A}"/>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fa-IR" dirty="0">
                  <a:solidFill>
                    <a:srgbClr val="FF0000"/>
                  </a:solidFill>
                  <a:latin typeface="Sahel" panose="020B0603030804020204" pitchFamily="34" charset="-78"/>
                  <a:cs typeface="Sahel" panose="020B0603030804020204" pitchFamily="34" charset="-78"/>
                </a:rPr>
                <a:t>موقعیت</a:t>
              </a:r>
              <a:r>
                <a:rPr lang="en-US" dirty="0">
                  <a:solidFill>
                    <a:srgbClr val="FF0000"/>
                  </a:solidFill>
                  <a:latin typeface="Sahel" panose="020B0603030804020204" pitchFamily="34" charset="-78"/>
                  <a:cs typeface="Sahel" panose="020B0603030804020204" pitchFamily="34" charset="-78"/>
                </a:rPr>
                <a:t> map</a:t>
              </a:r>
              <a:endParaRPr lang="en-US" sz="3300" dirty="0">
                <a:solidFill>
                  <a:srgbClr val="FF0000"/>
                </a:solidFill>
                <a:latin typeface="Sahel" panose="020B0603030804020204" pitchFamily="34" charset="-78"/>
                <a:cs typeface="Sahel" panose="020B0603030804020204" pitchFamily="34" charset="-78"/>
              </a:endParaRPr>
            </a:p>
          </p:txBody>
        </p:sp>
      </p:grpSp>
      <p:sp>
        <p:nvSpPr>
          <p:cNvPr id="8" name="TextBox 7">
            <a:extLst>
              <a:ext uri="{FF2B5EF4-FFF2-40B4-BE49-F238E27FC236}">
                <a16:creationId xmlns:a16="http://schemas.microsoft.com/office/drawing/2014/main" id="{F5C5D8B3-4DCA-26EC-EADE-D3AC82268682}"/>
              </a:ext>
            </a:extLst>
          </p:cNvPr>
          <p:cNvSpPr txBox="1"/>
          <p:nvPr/>
        </p:nvSpPr>
        <p:spPr>
          <a:xfrm>
            <a:off x="2163228" y="3001195"/>
            <a:ext cx="1123410" cy="2308324"/>
          </a:xfrm>
          <a:prstGeom prst="rect">
            <a:avLst/>
          </a:prstGeom>
          <a:noFill/>
        </p:spPr>
        <p:txBody>
          <a:bodyPr wrap="square" rtlCol="0">
            <a:spAutoFit/>
          </a:bodyPr>
          <a:lstStyle>
            <a:defPPr>
              <a:defRPr lang="en-US"/>
            </a:defPPr>
            <a:lvl1pPr>
              <a:defRPr b="1">
                <a:latin typeface="AvantGarde"/>
              </a:defRPr>
            </a:lvl1pPr>
          </a:lstStyle>
          <a:p>
            <a:r>
              <a:rPr lang="en-US" sz="1600" b="0" dirty="0">
                <a:solidFill>
                  <a:schemeClr val="bg1">
                    <a:lumMod val="75000"/>
                  </a:schemeClr>
                </a:solidFill>
              </a:rPr>
              <a:t>HOME</a:t>
            </a:r>
          </a:p>
          <a:p>
            <a:endParaRPr lang="en-US" sz="1600" b="0" dirty="0"/>
          </a:p>
          <a:p>
            <a:r>
              <a:rPr lang="en-US" sz="1600" b="0" dirty="0">
                <a:solidFill>
                  <a:schemeClr val="bg1">
                    <a:lumMod val="75000"/>
                  </a:schemeClr>
                </a:solidFill>
              </a:rPr>
              <a:t>NEWS</a:t>
            </a:r>
          </a:p>
          <a:p>
            <a:endParaRPr lang="en-US" sz="1600" b="0" dirty="0">
              <a:solidFill>
                <a:schemeClr val="bg1">
                  <a:lumMod val="75000"/>
                </a:schemeClr>
              </a:solidFill>
            </a:endParaRPr>
          </a:p>
          <a:p>
            <a:r>
              <a:rPr lang="en-US" sz="1600" b="0" dirty="0">
                <a:solidFill>
                  <a:schemeClr val="bg1">
                    <a:lumMod val="75000"/>
                  </a:schemeClr>
                </a:solidFill>
              </a:rPr>
              <a:t>PROJECTS</a:t>
            </a:r>
          </a:p>
          <a:p>
            <a:endParaRPr lang="en-US" sz="1600" b="0" dirty="0">
              <a:solidFill>
                <a:schemeClr val="bg1">
                  <a:lumMod val="75000"/>
                </a:schemeClr>
              </a:solidFill>
            </a:endParaRPr>
          </a:p>
          <a:p>
            <a:r>
              <a:rPr lang="en-US" sz="1600" b="0" dirty="0">
                <a:solidFill>
                  <a:schemeClr val="bg1">
                    <a:lumMod val="75000"/>
                  </a:schemeClr>
                </a:solidFill>
              </a:rPr>
              <a:t>ABOUT</a:t>
            </a:r>
          </a:p>
          <a:p>
            <a:endParaRPr lang="en-US" sz="1600" b="0" dirty="0">
              <a:solidFill>
                <a:schemeClr val="bg1">
                  <a:lumMod val="75000"/>
                </a:schemeClr>
              </a:solidFill>
            </a:endParaRPr>
          </a:p>
          <a:p>
            <a:r>
              <a:rPr lang="en-US" sz="1600" b="0" dirty="0"/>
              <a:t>CONTACT</a:t>
            </a:r>
          </a:p>
        </p:txBody>
      </p:sp>
      <p:pic>
        <p:nvPicPr>
          <p:cNvPr id="9" name="Picture 8">
            <a:extLst>
              <a:ext uri="{FF2B5EF4-FFF2-40B4-BE49-F238E27FC236}">
                <a16:creationId xmlns:a16="http://schemas.microsoft.com/office/drawing/2014/main" id="{BB65C02D-75E6-FB4F-B142-6FB6F53A70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7632" y="3009542"/>
            <a:ext cx="87242" cy="294962"/>
          </a:xfrm>
          <a:prstGeom prst="rect">
            <a:avLst/>
          </a:prstGeom>
        </p:spPr>
      </p:pic>
      <p:pic>
        <p:nvPicPr>
          <p:cNvPr id="10" name="Picture 9">
            <a:extLst>
              <a:ext uri="{FF2B5EF4-FFF2-40B4-BE49-F238E27FC236}">
                <a16:creationId xmlns:a16="http://schemas.microsoft.com/office/drawing/2014/main" id="{630D37C4-55D8-67A6-3A20-E683B71E2B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29779" y="3985868"/>
            <a:ext cx="87242" cy="294962"/>
          </a:xfrm>
          <a:prstGeom prst="rect">
            <a:avLst/>
          </a:prstGeom>
        </p:spPr>
      </p:pic>
      <p:pic>
        <p:nvPicPr>
          <p:cNvPr id="11" name="Picture 10">
            <a:extLst>
              <a:ext uri="{FF2B5EF4-FFF2-40B4-BE49-F238E27FC236}">
                <a16:creationId xmlns:a16="http://schemas.microsoft.com/office/drawing/2014/main" id="{88A390D4-EE3C-95D9-3A06-921BF5197BB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9745" y="4962194"/>
            <a:ext cx="159945" cy="294963"/>
          </a:xfrm>
          <a:prstGeom prst="rect">
            <a:avLst/>
          </a:prstGeom>
        </p:spPr>
      </p:pic>
      <p:pic>
        <p:nvPicPr>
          <p:cNvPr id="12" name="Picture 11">
            <a:extLst>
              <a:ext uri="{FF2B5EF4-FFF2-40B4-BE49-F238E27FC236}">
                <a16:creationId xmlns:a16="http://schemas.microsoft.com/office/drawing/2014/main" id="{7CF7A221-2842-EE3C-DF9A-7DB45BF129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7632" y="3497705"/>
            <a:ext cx="87242" cy="294962"/>
          </a:xfrm>
          <a:prstGeom prst="rect">
            <a:avLst/>
          </a:prstGeom>
        </p:spPr>
      </p:pic>
      <p:pic>
        <p:nvPicPr>
          <p:cNvPr id="13" name="Picture 12">
            <a:extLst>
              <a:ext uri="{FF2B5EF4-FFF2-40B4-BE49-F238E27FC236}">
                <a16:creationId xmlns:a16="http://schemas.microsoft.com/office/drawing/2014/main" id="{876605A6-1571-800F-181A-5174F50B05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1808" y="4474031"/>
            <a:ext cx="87242" cy="294962"/>
          </a:xfrm>
          <a:prstGeom prst="rect">
            <a:avLst/>
          </a:prstGeom>
        </p:spPr>
      </p:pic>
      <p:pic>
        <p:nvPicPr>
          <p:cNvPr id="15" name="Picture 14">
            <a:extLst>
              <a:ext uri="{FF2B5EF4-FFF2-40B4-BE49-F238E27FC236}">
                <a16:creationId xmlns:a16="http://schemas.microsoft.com/office/drawing/2014/main" id="{68D384A1-E459-AA97-EEF5-1ACD04B45D6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0979" y="804870"/>
            <a:ext cx="1420013" cy="1437108"/>
          </a:xfrm>
          <a:prstGeom prst="rect">
            <a:avLst/>
          </a:prstGeom>
        </p:spPr>
      </p:pic>
      <p:grpSp>
        <p:nvGrpSpPr>
          <p:cNvPr id="4" name="Group 3">
            <a:extLst>
              <a:ext uri="{FF2B5EF4-FFF2-40B4-BE49-F238E27FC236}">
                <a16:creationId xmlns:a16="http://schemas.microsoft.com/office/drawing/2014/main" id="{B85FDD36-C7DD-AFCF-2E0D-DCC545610BA0}"/>
              </a:ext>
            </a:extLst>
          </p:cNvPr>
          <p:cNvGrpSpPr/>
          <p:nvPr/>
        </p:nvGrpSpPr>
        <p:grpSpPr>
          <a:xfrm>
            <a:off x="4531205" y="856846"/>
            <a:ext cx="2563692" cy="2428710"/>
            <a:chOff x="575638" y="2210662"/>
            <a:chExt cx="1484856" cy="1447276"/>
          </a:xfrm>
          <a:scene3d>
            <a:camera prst="orthographicFront"/>
            <a:lightRig rig="flat" dir="t"/>
          </a:scene3d>
        </p:grpSpPr>
        <p:sp>
          <p:nvSpPr>
            <p:cNvPr id="14" name="Rectangle: Rounded Corners 13">
              <a:extLst>
                <a:ext uri="{FF2B5EF4-FFF2-40B4-BE49-F238E27FC236}">
                  <a16:creationId xmlns:a16="http://schemas.microsoft.com/office/drawing/2014/main" id="{AEDD7AEA-306B-DFBD-2A35-980FEDC627FC}"/>
                </a:ext>
              </a:extLst>
            </p:cNvPr>
            <p:cNvSpPr/>
            <p:nvPr/>
          </p:nvSpPr>
          <p:spPr>
            <a:xfrm>
              <a:off x="575638" y="2210662"/>
              <a:ext cx="1484856" cy="1447276"/>
            </a:xfrm>
            <a:prstGeom prst="roundRect">
              <a:avLst>
                <a:gd name="adj" fmla="val 1000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6" name="Rectangle: Rounded Corners 4">
              <a:extLst>
                <a:ext uri="{FF2B5EF4-FFF2-40B4-BE49-F238E27FC236}">
                  <a16:creationId xmlns:a16="http://schemas.microsoft.com/office/drawing/2014/main" id="{B0DC6523-A2E8-F7B8-A4B2-ED3689F68084}"/>
                </a:ext>
              </a:extLst>
            </p:cNvPr>
            <p:cNvSpPr txBox="1"/>
            <p:nvPr/>
          </p:nvSpPr>
          <p:spPr>
            <a:xfrm>
              <a:off x="618027" y="2253051"/>
              <a:ext cx="1400078" cy="13624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0015" tIns="90011" rIns="120015" bIns="90011" numCol="1" spcCol="1270" anchor="ctr" anchorCtr="0">
              <a:noAutofit/>
            </a:bodyPr>
            <a:lstStyle/>
            <a:p>
              <a:pPr algn="ctr" defTabSz="2100263">
                <a:lnSpc>
                  <a:spcPct val="90000"/>
                </a:lnSpc>
                <a:spcBef>
                  <a:spcPct val="0"/>
                </a:spcBef>
                <a:spcAft>
                  <a:spcPct val="35000"/>
                </a:spcAft>
              </a:pPr>
              <a:r>
                <a:rPr lang="fa-IR" dirty="0">
                  <a:solidFill>
                    <a:srgbClr val="FF0000"/>
                  </a:solidFill>
                  <a:latin typeface="Sahel" panose="020B0603030804020204" pitchFamily="34" charset="-78"/>
                  <a:cs typeface="Sahel" panose="020B0603030804020204" pitchFamily="34" charset="-78"/>
                </a:rPr>
                <a:t>موقعیت</a:t>
              </a:r>
              <a:r>
                <a:rPr lang="en-US" dirty="0">
                  <a:solidFill>
                    <a:srgbClr val="FF0000"/>
                  </a:solidFill>
                  <a:latin typeface="Sahel" panose="020B0603030804020204" pitchFamily="34" charset="-78"/>
                  <a:cs typeface="Sahel" panose="020B0603030804020204" pitchFamily="34" charset="-78"/>
                </a:rPr>
                <a:t> map</a:t>
              </a:r>
              <a:endParaRPr lang="en-US" sz="3300" dirty="0">
                <a:solidFill>
                  <a:srgbClr val="FF0000"/>
                </a:solidFill>
                <a:latin typeface="Sahel" panose="020B0603030804020204" pitchFamily="34" charset="-78"/>
                <a:cs typeface="Sahel" panose="020B0603030804020204" pitchFamily="34" charset="-78"/>
              </a:endParaRPr>
            </a:p>
          </p:txBody>
        </p:sp>
      </p:grpSp>
      <p:cxnSp>
        <p:nvCxnSpPr>
          <p:cNvPr id="18" name="Straight Connector 17">
            <a:extLst>
              <a:ext uri="{FF2B5EF4-FFF2-40B4-BE49-F238E27FC236}">
                <a16:creationId xmlns:a16="http://schemas.microsoft.com/office/drawing/2014/main" id="{E618C26E-DCBD-B14A-4753-0A7386DC1769}"/>
              </a:ext>
            </a:extLst>
          </p:cNvPr>
          <p:cNvCxnSpPr>
            <a:cxnSpLocks/>
          </p:cNvCxnSpPr>
          <p:nvPr/>
        </p:nvCxnSpPr>
        <p:spPr>
          <a:xfrm>
            <a:off x="2151513" y="668239"/>
            <a:ext cx="0" cy="5884965"/>
          </a:xfrm>
          <a:prstGeom prst="line">
            <a:avLst/>
          </a:prstGeom>
          <a:ln>
            <a:solidFill>
              <a:srgbClr val="36867B"/>
            </a:solidFill>
          </a:ln>
        </p:spPr>
        <p:style>
          <a:lnRef idx="2">
            <a:schemeClr val="dk1"/>
          </a:lnRef>
          <a:fillRef idx="0">
            <a:schemeClr val="dk1"/>
          </a:fillRef>
          <a:effectRef idx="1">
            <a:schemeClr val="dk1"/>
          </a:effectRef>
          <a:fontRef idx="minor">
            <a:schemeClr val="tx1"/>
          </a:fontRef>
        </p:style>
      </p:cxnSp>
      <p:sp>
        <p:nvSpPr>
          <p:cNvPr id="22" name="Rectangle 21">
            <a:extLst>
              <a:ext uri="{FF2B5EF4-FFF2-40B4-BE49-F238E27FC236}">
                <a16:creationId xmlns:a16="http://schemas.microsoft.com/office/drawing/2014/main" id="{4FD0B41A-F4BF-688D-9BAB-CAB42394AA13}"/>
              </a:ext>
            </a:extLst>
          </p:cNvPr>
          <p:cNvSpPr/>
          <p:nvPr/>
        </p:nvSpPr>
        <p:spPr>
          <a:xfrm>
            <a:off x="1822522" y="6299512"/>
            <a:ext cx="717383" cy="294962"/>
          </a:xfrm>
          <a:prstGeom prst="rect">
            <a:avLst/>
          </a:prstGeom>
          <a:noFill/>
          <a:ln w="76200"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a-IR" sz="1050" dirty="0">
                <a:solidFill>
                  <a:schemeClr val="tx1"/>
                </a:solidFill>
                <a:latin typeface="Sahel" panose="020B0603030804020204" pitchFamily="34" charset="-78"/>
                <a:cs typeface="Sahel" panose="020B0603030804020204" pitchFamily="34" charset="-78"/>
              </a:rPr>
              <a:t>فا</a:t>
            </a:r>
            <a:r>
              <a:rPr lang="en-US" sz="1050" dirty="0">
                <a:solidFill>
                  <a:schemeClr val="tx1"/>
                </a:solidFill>
              </a:rPr>
              <a:t> </a:t>
            </a:r>
            <a:r>
              <a:rPr lang="fa-IR" sz="1050" dirty="0">
                <a:solidFill>
                  <a:schemeClr val="tx1"/>
                </a:solidFill>
              </a:rPr>
              <a:t>  </a:t>
            </a:r>
            <a:r>
              <a:rPr lang="en-US" sz="1125" dirty="0">
                <a:solidFill>
                  <a:schemeClr val="tx1"/>
                </a:solidFill>
                <a:latin typeface="AvantGarde"/>
              </a:rPr>
              <a:t>En</a:t>
            </a:r>
          </a:p>
        </p:txBody>
      </p:sp>
      <p:sp>
        <p:nvSpPr>
          <p:cNvPr id="23" name="TextBox 22">
            <a:extLst>
              <a:ext uri="{FF2B5EF4-FFF2-40B4-BE49-F238E27FC236}">
                <a16:creationId xmlns:a16="http://schemas.microsoft.com/office/drawing/2014/main" id="{CA476F29-A039-EA08-10C6-78645AB47B20}"/>
              </a:ext>
            </a:extLst>
          </p:cNvPr>
          <p:cNvSpPr txBox="1"/>
          <p:nvPr/>
        </p:nvSpPr>
        <p:spPr>
          <a:xfrm>
            <a:off x="1682504" y="362037"/>
            <a:ext cx="929620" cy="338554"/>
          </a:xfrm>
          <a:prstGeom prst="rect">
            <a:avLst/>
          </a:prstGeom>
          <a:noFill/>
        </p:spPr>
        <p:txBody>
          <a:bodyPr wrap="square" rtlCol="0">
            <a:spAutoFit/>
          </a:bodyPr>
          <a:lstStyle/>
          <a:p>
            <a:pPr algn="ctr"/>
            <a:r>
              <a:rPr lang="en-US" sz="1600" b="1" dirty="0">
                <a:latin typeface="AvantGarde"/>
              </a:rPr>
              <a:t>RA</a:t>
            </a:r>
            <a:r>
              <a:rPr lang="en-US" sz="1600" b="1" dirty="0">
                <a:solidFill>
                  <a:srgbClr val="1A8C85"/>
                </a:solidFill>
                <a:latin typeface="AvantGarde"/>
              </a:rPr>
              <a:t>Z</a:t>
            </a:r>
            <a:r>
              <a:rPr lang="en-US" sz="1600" b="1" dirty="0">
                <a:latin typeface="AvantGarde"/>
              </a:rPr>
              <a:t>AN</a:t>
            </a:r>
          </a:p>
        </p:txBody>
      </p:sp>
    </p:spTree>
    <p:extLst>
      <p:ext uri="{BB962C8B-B14F-4D97-AF65-F5344CB8AC3E}">
        <p14:creationId xmlns:p14="http://schemas.microsoft.com/office/powerpoint/2010/main" val="107662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ppt_x"/>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P spid="23"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2751</TotalTime>
  <Words>218</Words>
  <Application>Microsoft Office PowerPoint</Application>
  <PresentationFormat>Widescreen</PresentationFormat>
  <Paragraphs>118</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AvantGarde</vt:lpstr>
      <vt:lpstr>Sahel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RAZAN108</dc:creator>
  <cp:lastModifiedBy>RAZAN103</cp:lastModifiedBy>
  <cp:revision>132</cp:revision>
  <dcterms:created xsi:type="dcterms:W3CDTF">2026-01-02T13:45:16Z</dcterms:created>
  <dcterms:modified xsi:type="dcterms:W3CDTF">2026-04-15T08:10:25Z</dcterms:modified>
</cp:coreProperties>
</file>